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64" r:id="rId4"/>
    <p:sldId id="258" r:id="rId5"/>
    <p:sldId id="259" r:id="rId6"/>
    <p:sldId id="260" r:id="rId7"/>
    <p:sldId id="261" r:id="rId8"/>
    <p:sldId id="262" r:id="rId9"/>
    <p:sldId id="263" r:id="rId10"/>
  </p:sldIdLst>
  <p:sldSz cx="9144000" cy="5143500" type="screen16x9"/>
  <p:notesSz cx="5143500" cy="9144000"/>
  <p:embeddedFontLst>
    <p:embeddedFont>
      <p:font typeface="Golos" panose="020B0604020202020204" charset="0"/>
      <p:regular r:id="rId12"/>
      <p:bold r:id="rId1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72" y="48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54466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A7C919-B8F8-F00B-C919-8F3AF777C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25F752-C16C-7456-519D-62C8E12B4C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D6F22A-E790-8B95-FD28-0340C03032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3237A0-B242-AFC2-5408-1B775CA2CE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8723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9" Type="http://schemas.openxmlformats.org/officeDocument/2006/relationships/image" Target="../media/image37.png"/><Relationship Id="rId21" Type="http://schemas.openxmlformats.org/officeDocument/2006/relationships/image" Target="../media/image19.png"/><Relationship Id="rId34" Type="http://schemas.openxmlformats.org/officeDocument/2006/relationships/image" Target="../media/image32.png"/><Relationship Id="rId42" Type="http://schemas.openxmlformats.org/officeDocument/2006/relationships/image" Target="../media/image40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9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32" Type="http://schemas.openxmlformats.org/officeDocument/2006/relationships/image" Target="../media/image30.png"/><Relationship Id="rId37" Type="http://schemas.openxmlformats.org/officeDocument/2006/relationships/image" Target="../media/image35.png"/><Relationship Id="rId40" Type="http://schemas.openxmlformats.org/officeDocument/2006/relationships/image" Target="../media/image38.png"/><Relationship Id="rId45" Type="http://schemas.openxmlformats.org/officeDocument/2006/relationships/image" Target="../media/image43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png"/><Relationship Id="rId36" Type="http://schemas.openxmlformats.org/officeDocument/2006/relationships/image" Target="../media/image34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31" Type="http://schemas.openxmlformats.org/officeDocument/2006/relationships/image" Target="../media/image29.png"/><Relationship Id="rId44" Type="http://schemas.openxmlformats.org/officeDocument/2006/relationships/image" Target="../media/image42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5.png"/><Relationship Id="rId30" Type="http://schemas.openxmlformats.org/officeDocument/2006/relationships/image" Target="../media/image28.png"/><Relationship Id="rId35" Type="http://schemas.openxmlformats.org/officeDocument/2006/relationships/image" Target="../media/image33.png"/><Relationship Id="rId43" Type="http://schemas.openxmlformats.org/officeDocument/2006/relationships/image" Target="../media/image41.png"/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33" Type="http://schemas.openxmlformats.org/officeDocument/2006/relationships/image" Target="../media/image31.png"/><Relationship Id="rId38" Type="http://schemas.openxmlformats.org/officeDocument/2006/relationships/image" Target="../media/image36.png"/><Relationship Id="rId20" Type="http://schemas.openxmlformats.org/officeDocument/2006/relationships/image" Target="../media/image18.png"/><Relationship Id="rId41" Type="http://schemas.openxmlformats.org/officeDocument/2006/relationships/image" Target="../media/image39.png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9" Type="http://schemas.openxmlformats.org/officeDocument/2006/relationships/image" Target="../media/image37.png"/><Relationship Id="rId21" Type="http://schemas.openxmlformats.org/officeDocument/2006/relationships/image" Target="../media/image19.png"/><Relationship Id="rId34" Type="http://schemas.openxmlformats.org/officeDocument/2006/relationships/image" Target="../media/image32.png"/><Relationship Id="rId42" Type="http://schemas.openxmlformats.org/officeDocument/2006/relationships/image" Target="../media/image40.png"/><Relationship Id="rId47" Type="http://schemas.openxmlformats.org/officeDocument/2006/relationships/image" Target="../media/image47.png"/><Relationship Id="rId50" Type="http://schemas.openxmlformats.org/officeDocument/2006/relationships/image" Target="../media/image50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4.png"/><Relationship Id="rId29" Type="http://schemas.openxmlformats.org/officeDocument/2006/relationships/image" Target="../media/image27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32" Type="http://schemas.openxmlformats.org/officeDocument/2006/relationships/image" Target="../media/image30.png"/><Relationship Id="rId37" Type="http://schemas.openxmlformats.org/officeDocument/2006/relationships/image" Target="../media/image35.png"/><Relationship Id="rId40" Type="http://schemas.openxmlformats.org/officeDocument/2006/relationships/image" Target="../media/image38.png"/><Relationship Id="rId45" Type="http://schemas.openxmlformats.org/officeDocument/2006/relationships/image" Target="../media/image45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png"/><Relationship Id="rId36" Type="http://schemas.openxmlformats.org/officeDocument/2006/relationships/image" Target="../media/image34.png"/><Relationship Id="rId49" Type="http://schemas.openxmlformats.org/officeDocument/2006/relationships/image" Target="../media/image49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31" Type="http://schemas.openxmlformats.org/officeDocument/2006/relationships/image" Target="../media/image44.png"/><Relationship Id="rId44" Type="http://schemas.openxmlformats.org/officeDocument/2006/relationships/image" Target="../media/image42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5.png"/><Relationship Id="rId30" Type="http://schemas.openxmlformats.org/officeDocument/2006/relationships/image" Target="../media/image28.png"/><Relationship Id="rId35" Type="http://schemas.openxmlformats.org/officeDocument/2006/relationships/image" Target="../media/image33.png"/><Relationship Id="rId43" Type="http://schemas.openxmlformats.org/officeDocument/2006/relationships/image" Target="../media/image41.png"/><Relationship Id="rId48" Type="http://schemas.openxmlformats.org/officeDocument/2006/relationships/image" Target="../media/image48.png"/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33" Type="http://schemas.openxmlformats.org/officeDocument/2006/relationships/image" Target="../media/image31.png"/><Relationship Id="rId38" Type="http://schemas.openxmlformats.org/officeDocument/2006/relationships/image" Target="../media/image36.png"/><Relationship Id="rId46" Type="http://schemas.openxmlformats.org/officeDocument/2006/relationships/image" Target="../media/image46.png"/><Relationship Id="rId20" Type="http://schemas.openxmlformats.org/officeDocument/2006/relationships/image" Target="../media/image18.png"/><Relationship Id="rId41" Type="http://schemas.openxmlformats.org/officeDocument/2006/relationships/image" Target="../media/image3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9" Type="http://schemas.openxmlformats.org/officeDocument/2006/relationships/image" Target="../media/image37.png"/><Relationship Id="rId21" Type="http://schemas.openxmlformats.org/officeDocument/2006/relationships/image" Target="../media/image19.png"/><Relationship Id="rId34" Type="http://schemas.openxmlformats.org/officeDocument/2006/relationships/image" Target="../media/image32.png"/><Relationship Id="rId42" Type="http://schemas.openxmlformats.org/officeDocument/2006/relationships/image" Target="../media/image40.png"/><Relationship Id="rId47" Type="http://schemas.openxmlformats.org/officeDocument/2006/relationships/image" Target="../media/image5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4.png"/><Relationship Id="rId29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32" Type="http://schemas.openxmlformats.org/officeDocument/2006/relationships/image" Target="../media/image30.png"/><Relationship Id="rId37" Type="http://schemas.openxmlformats.org/officeDocument/2006/relationships/image" Target="../media/image35.png"/><Relationship Id="rId40" Type="http://schemas.openxmlformats.org/officeDocument/2006/relationships/image" Target="../media/image38.png"/><Relationship Id="rId45" Type="http://schemas.openxmlformats.org/officeDocument/2006/relationships/image" Target="../media/image45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png"/><Relationship Id="rId36" Type="http://schemas.openxmlformats.org/officeDocument/2006/relationships/image" Target="../media/image34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31" Type="http://schemas.openxmlformats.org/officeDocument/2006/relationships/image" Target="../media/image44.png"/><Relationship Id="rId44" Type="http://schemas.openxmlformats.org/officeDocument/2006/relationships/image" Target="../media/image42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5.png"/><Relationship Id="rId30" Type="http://schemas.openxmlformats.org/officeDocument/2006/relationships/image" Target="../media/image28.png"/><Relationship Id="rId35" Type="http://schemas.openxmlformats.org/officeDocument/2006/relationships/image" Target="../media/image33.png"/><Relationship Id="rId43" Type="http://schemas.openxmlformats.org/officeDocument/2006/relationships/image" Target="../media/image41.png"/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33" Type="http://schemas.openxmlformats.org/officeDocument/2006/relationships/image" Target="../media/image31.png"/><Relationship Id="rId38" Type="http://schemas.openxmlformats.org/officeDocument/2006/relationships/image" Target="../media/image36.png"/><Relationship Id="rId46" Type="http://schemas.openxmlformats.org/officeDocument/2006/relationships/image" Target="../media/image46.png"/><Relationship Id="rId20" Type="http://schemas.openxmlformats.org/officeDocument/2006/relationships/image" Target="../media/image18.png"/><Relationship Id="rId41" Type="http://schemas.openxmlformats.org/officeDocument/2006/relationships/image" Target="../media/image39.pn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9" Type="http://schemas.openxmlformats.org/officeDocument/2006/relationships/image" Target="../media/image37.png"/><Relationship Id="rId21" Type="http://schemas.openxmlformats.org/officeDocument/2006/relationships/image" Target="../media/image19.png"/><Relationship Id="rId34" Type="http://schemas.openxmlformats.org/officeDocument/2006/relationships/image" Target="../media/image32.png"/><Relationship Id="rId42" Type="http://schemas.openxmlformats.org/officeDocument/2006/relationships/image" Target="../media/image40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29" Type="http://schemas.openxmlformats.org/officeDocument/2006/relationships/image" Target="../media/image27.png"/><Relationship Id="rId41" Type="http://schemas.openxmlformats.org/officeDocument/2006/relationships/image" Target="../media/image3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32" Type="http://schemas.openxmlformats.org/officeDocument/2006/relationships/image" Target="../media/image30.png"/><Relationship Id="rId37" Type="http://schemas.openxmlformats.org/officeDocument/2006/relationships/image" Target="../media/image35.png"/><Relationship Id="rId40" Type="http://schemas.openxmlformats.org/officeDocument/2006/relationships/image" Target="../media/image38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png"/><Relationship Id="rId36" Type="http://schemas.openxmlformats.org/officeDocument/2006/relationships/image" Target="../media/image34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31" Type="http://schemas.openxmlformats.org/officeDocument/2006/relationships/image" Target="../media/image52.png"/><Relationship Id="rId44" Type="http://schemas.openxmlformats.org/officeDocument/2006/relationships/image" Target="../media/image42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5.png"/><Relationship Id="rId30" Type="http://schemas.openxmlformats.org/officeDocument/2006/relationships/image" Target="../media/image28.png"/><Relationship Id="rId35" Type="http://schemas.openxmlformats.org/officeDocument/2006/relationships/image" Target="../media/image33.png"/><Relationship Id="rId43" Type="http://schemas.openxmlformats.org/officeDocument/2006/relationships/image" Target="../media/image41.png"/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33" Type="http://schemas.openxmlformats.org/officeDocument/2006/relationships/image" Target="../media/image31.png"/><Relationship Id="rId38" Type="http://schemas.openxmlformats.org/officeDocument/2006/relationships/image" Target="../media/image36.png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9" Type="http://schemas.openxmlformats.org/officeDocument/2006/relationships/image" Target="../media/image37.png"/><Relationship Id="rId21" Type="http://schemas.openxmlformats.org/officeDocument/2006/relationships/image" Target="../media/image19.png"/><Relationship Id="rId34" Type="http://schemas.openxmlformats.org/officeDocument/2006/relationships/image" Target="../media/image32.png"/><Relationship Id="rId42" Type="http://schemas.openxmlformats.org/officeDocument/2006/relationships/image" Target="../media/image40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14.png"/><Relationship Id="rId29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32" Type="http://schemas.openxmlformats.org/officeDocument/2006/relationships/image" Target="../media/image30.png"/><Relationship Id="rId37" Type="http://schemas.openxmlformats.org/officeDocument/2006/relationships/image" Target="../media/image35.png"/><Relationship Id="rId40" Type="http://schemas.openxmlformats.org/officeDocument/2006/relationships/image" Target="../media/image38.png"/><Relationship Id="rId45" Type="http://schemas.openxmlformats.org/officeDocument/2006/relationships/image" Target="../media/image53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png"/><Relationship Id="rId36" Type="http://schemas.openxmlformats.org/officeDocument/2006/relationships/image" Target="../media/image34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31" Type="http://schemas.openxmlformats.org/officeDocument/2006/relationships/image" Target="../media/image29.png"/><Relationship Id="rId44" Type="http://schemas.openxmlformats.org/officeDocument/2006/relationships/image" Target="../media/image42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5.png"/><Relationship Id="rId30" Type="http://schemas.openxmlformats.org/officeDocument/2006/relationships/image" Target="../media/image28.png"/><Relationship Id="rId35" Type="http://schemas.openxmlformats.org/officeDocument/2006/relationships/image" Target="../media/image33.png"/><Relationship Id="rId43" Type="http://schemas.openxmlformats.org/officeDocument/2006/relationships/image" Target="../media/image41.png"/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33" Type="http://schemas.openxmlformats.org/officeDocument/2006/relationships/image" Target="../media/image31.png"/><Relationship Id="rId38" Type="http://schemas.openxmlformats.org/officeDocument/2006/relationships/image" Target="../media/image36.png"/><Relationship Id="rId20" Type="http://schemas.openxmlformats.org/officeDocument/2006/relationships/image" Target="../media/image18.png"/><Relationship Id="rId41" Type="http://schemas.openxmlformats.org/officeDocument/2006/relationships/image" Target="../media/image39.png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9" Type="http://schemas.openxmlformats.org/officeDocument/2006/relationships/image" Target="../media/image37.png"/><Relationship Id="rId21" Type="http://schemas.openxmlformats.org/officeDocument/2006/relationships/image" Target="../media/image19.png"/><Relationship Id="rId34" Type="http://schemas.openxmlformats.org/officeDocument/2006/relationships/image" Target="../media/image32.png"/><Relationship Id="rId42" Type="http://schemas.openxmlformats.org/officeDocument/2006/relationships/image" Target="../media/image40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14.png"/><Relationship Id="rId29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32" Type="http://schemas.openxmlformats.org/officeDocument/2006/relationships/image" Target="../media/image30.png"/><Relationship Id="rId37" Type="http://schemas.openxmlformats.org/officeDocument/2006/relationships/image" Target="../media/image35.png"/><Relationship Id="rId40" Type="http://schemas.openxmlformats.org/officeDocument/2006/relationships/image" Target="../media/image38.png"/><Relationship Id="rId45" Type="http://schemas.openxmlformats.org/officeDocument/2006/relationships/image" Target="../media/image54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png"/><Relationship Id="rId36" Type="http://schemas.openxmlformats.org/officeDocument/2006/relationships/image" Target="../media/image34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31" Type="http://schemas.openxmlformats.org/officeDocument/2006/relationships/image" Target="../media/image29.png"/><Relationship Id="rId44" Type="http://schemas.openxmlformats.org/officeDocument/2006/relationships/image" Target="../media/image42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5.png"/><Relationship Id="rId30" Type="http://schemas.openxmlformats.org/officeDocument/2006/relationships/image" Target="../media/image28.png"/><Relationship Id="rId35" Type="http://schemas.openxmlformats.org/officeDocument/2006/relationships/image" Target="../media/image33.png"/><Relationship Id="rId43" Type="http://schemas.openxmlformats.org/officeDocument/2006/relationships/image" Target="../media/image41.png"/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33" Type="http://schemas.openxmlformats.org/officeDocument/2006/relationships/image" Target="../media/image31.png"/><Relationship Id="rId38" Type="http://schemas.openxmlformats.org/officeDocument/2006/relationships/image" Target="../media/image36.png"/><Relationship Id="rId20" Type="http://schemas.openxmlformats.org/officeDocument/2006/relationships/image" Target="../media/image18.png"/><Relationship Id="rId41" Type="http://schemas.openxmlformats.org/officeDocument/2006/relationships/image" Target="../media/image39.png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9" Type="http://schemas.openxmlformats.org/officeDocument/2006/relationships/image" Target="../media/image37.png"/><Relationship Id="rId21" Type="http://schemas.openxmlformats.org/officeDocument/2006/relationships/image" Target="../media/image19.png"/><Relationship Id="rId34" Type="http://schemas.openxmlformats.org/officeDocument/2006/relationships/image" Target="../media/image32.png"/><Relationship Id="rId42" Type="http://schemas.openxmlformats.org/officeDocument/2006/relationships/image" Target="../media/image40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14.png"/><Relationship Id="rId29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32" Type="http://schemas.openxmlformats.org/officeDocument/2006/relationships/image" Target="../media/image30.png"/><Relationship Id="rId37" Type="http://schemas.openxmlformats.org/officeDocument/2006/relationships/image" Target="../media/image35.png"/><Relationship Id="rId40" Type="http://schemas.openxmlformats.org/officeDocument/2006/relationships/image" Target="../media/image38.png"/><Relationship Id="rId45" Type="http://schemas.openxmlformats.org/officeDocument/2006/relationships/image" Target="../media/image57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png"/><Relationship Id="rId36" Type="http://schemas.openxmlformats.org/officeDocument/2006/relationships/image" Target="../media/image34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31" Type="http://schemas.openxmlformats.org/officeDocument/2006/relationships/image" Target="../media/image56.png"/><Relationship Id="rId44" Type="http://schemas.openxmlformats.org/officeDocument/2006/relationships/image" Target="../media/image42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5.png"/><Relationship Id="rId30" Type="http://schemas.openxmlformats.org/officeDocument/2006/relationships/image" Target="../media/image28.png"/><Relationship Id="rId35" Type="http://schemas.openxmlformats.org/officeDocument/2006/relationships/image" Target="../media/image33.png"/><Relationship Id="rId43" Type="http://schemas.openxmlformats.org/officeDocument/2006/relationships/image" Target="../media/image41.png"/><Relationship Id="rId8" Type="http://schemas.openxmlformats.org/officeDocument/2006/relationships/image" Target="../media/image55.png"/><Relationship Id="rId3" Type="http://schemas.openxmlformats.org/officeDocument/2006/relationships/image" Target="../media/image1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33" Type="http://schemas.openxmlformats.org/officeDocument/2006/relationships/image" Target="../media/image31.png"/><Relationship Id="rId38" Type="http://schemas.openxmlformats.org/officeDocument/2006/relationships/image" Target="../media/image36.png"/><Relationship Id="rId46" Type="http://schemas.openxmlformats.org/officeDocument/2006/relationships/image" Target="../media/image58.png"/><Relationship Id="rId20" Type="http://schemas.openxmlformats.org/officeDocument/2006/relationships/image" Target="../media/image18.png"/><Relationship Id="rId41" Type="http://schemas.openxmlformats.org/officeDocument/2006/relationships/image" Target="../media/image39.png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9" Type="http://schemas.openxmlformats.org/officeDocument/2006/relationships/image" Target="../media/image37.png"/><Relationship Id="rId21" Type="http://schemas.openxmlformats.org/officeDocument/2006/relationships/image" Target="../media/image19.png"/><Relationship Id="rId34" Type="http://schemas.openxmlformats.org/officeDocument/2006/relationships/image" Target="../media/image32.png"/><Relationship Id="rId42" Type="http://schemas.openxmlformats.org/officeDocument/2006/relationships/image" Target="../media/image40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4.png"/><Relationship Id="rId29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32" Type="http://schemas.openxmlformats.org/officeDocument/2006/relationships/image" Target="../media/image30.png"/><Relationship Id="rId37" Type="http://schemas.openxmlformats.org/officeDocument/2006/relationships/image" Target="../media/image35.png"/><Relationship Id="rId40" Type="http://schemas.openxmlformats.org/officeDocument/2006/relationships/image" Target="../media/image38.png"/><Relationship Id="rId45" Type="http://schemas.openxmlformats.org/officeDocument/2006/relationships/image" Target="../media/image5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png"/><Relationship Id="rId36" Type="http://schemas.openxmlformats.org/officeDocument/2006/relationships/image" Target="../media/image34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31" Type="http://schemas.openxmlformats.org/officeDocument/2006/relationships/image" Target="../media/image56.png"/><Relationship Id="rId44" Type="http://schemas.openxmlformats.org/officeDocument/2006/relationships/image" Target="../media/image42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5.png"/><Relationship Id="rId30" Type="http://schemas.openxmlformats.org/officeDocument/2006/relationships/image" Target="../media/image28.png"/><Relationship Id="rId35" Type="http://schemas.openxmlformats.org/officeDocument/2006/relationships/image" Target="../media/image33.png"/><Relationship Id="rId43" Type="http://schemas.openxmlformats.org/officeDocument/2006/relationships/image" Target="../media/image41.png"/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33" Type="http://schemas.openxmlformats.org/officeDocument/2006/relationships/image" Target="../media/image31.png"/><Relationship Id="rId38" Type="http://schemas.openxmlformats.org/officeDocument/2006/relationships/image" Target="../media/image36.png"/><Relationship Id="rId46" Type="http://schemas.openxmlformats.org/officeDocument/2006/relationships/image" Target="../media/image60.png"/><Relationship Id="rId20" Type="http://schemas.openxmlformats.org/officeDocument/2006/relationships/image" Target="../media/image18.png"/><Relationship Id="rId41" Type="http://schemas.openxmlformats.org/officeDocument/2006/relationships/image" Target="../media/image39.png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9" Type="http://schemas.openxmlformats.org/officeDocument/2006/relationships/image" Target="../media/image37.png"/><Relationship Id="rId21" Type="http://schemas.openxmlformats.org/officeDocument/2006/relationships/image" Target="../media/image19.png"/><Relationship Id="rId34" Type="http://schemas.openxmlformats.org/officeDocument/2006/relationships/image" Target="../media/image32.png"/><Relationship Id="rId42" Type="http://schemas.openxmlformats.org/officeDocument/2006/relationships/image" Target="../media/image40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14.png"/><Relationship Id="rId29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32" Type="http://schemas.openxmlformats.org/officeDocument/2006/relationships/image" Target="../media/image30.png"/><Relationship Id="rId37" Type="http://schemas.openxmlformats.org/officeDocument/2006/relationships/image" Target="../media/image35.png"/><Relationship Id="rId40" Type="http://schemas.openxmlformats.org/officeDocument/2006/relationships/image" Target="../media/image38.png"/><Relationship Id="rId45" Type="http://schemas.openxmlformats.org/officeDocument/2006/relationships/image" Target="../media/image62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png"/><Relationship Id="rId36" Type="http://schemas.openxmlformats.org/officeDocument/2006/relationships/image" Target="../media/image34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31" Type="http://schemas.openxmlformats.org/officeDocument/2006/relationships/image" Target="../media/image61.png"/><Relationship Id="rId44" Type="http://schemas.openxmlformats.org/officeDocument/2006/relationships/image" Target="../media/image42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5.png"/><Relationship Id="rId30" Type="http://schemas.openxmlformats.org/officeDocument/2006/relationships/image" Target="../media/image28.png"/><Relationship Id="rId35" Type="http://schemas.openxmlformats.org/officeDocument/2006/relationships/image" Target="../media/image33.png"/><Relationship Id="rId43" Type="http://schemas.openxmlformats.org/officeDocument/2006/relationships/image" Target="../media/image41.png"/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33" Type="http://schemas.openxmlformats.org/officeDocument/2006/relationships/image" Target="../media/image31.png"/><Relationship Id="rId38" Type="http://schemas.openxmlformats.org/officeDocument/2006/relationships/image" Target="../media/image36.png"/><Relationship Id="rId20" Type="http://schemas.openxmlformats.org/officeDocument/2006/relationships/image" Target="../media/image18.png"/><Relationship Id="rId41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942B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8625" y="361950"/>
            <a:ext cx="3757613" cy="2724150"/>
          </a:xfrm>
          <a:prstGeom prst="rect">
            <a:avLst/>
          </a:prstGeom>
          <a:noFill/>
          <a:ln/>
        </p:spPr>
      </p:sp>
      <p:sp>
        <p:nvSpPr>
          <p:cNvPr id="3" name="Shape 1"/>
          <p:cNvSpPr/>
          <p:nvPr/>
        </p:nvSpPr>
        <p:spPr>
          <a:xfrm>
            <a:off x="428625" y="361950"/>
            <a:ext cx="1781175" cy="533400"/>
          </a:xfrm>
          <a:prstGeom prst="rect">
            <a:avLst/>
          </a:prstGeom>
          <a:noFill/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28625" y="476250"/>
            <a:ext cx="1095375" cy="30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676400" y="361950"/>
            <a:ext cx="533400" cy="533400"/>
          </a:xfrm>
          <a:prstGeom prst="rect">
            <a:avLst/>
          </a:prstGeom>
          <a:noFill/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128269" y="616577"/>
            <a:ext cx="15679" cy="22578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146143" y="607483"/>
            <a:ext cx="16306" cy="38884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2164331" y="616577"/>
            <a:ext cx="15365" cy="22578"/>
          </a:xfrm>
          <a:prstGeom prst="rect">
            <a:avLst/>
          </a:prstGeom>
        </p:spPr>
      </p:pic>
      <p:pic>
        <p:nvPicPr>
          <p:cNvPr id="9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705877" y="616577"/>
            <a:ext cx="15993" cy="22578"/>
          </a:xfrm>
          <a:prstGeom prst="rect">
            <a:avLst/>
          </a:prstGeom>
        </p:spPr>
      </p:pic>
      <p:pic>
        <p:nvPicPr>
          <p:cNvPr id="10" name="Image 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741938" y="616577"/>
            <a:ext cx="15365" cy="22578"/>
          </a:xfrm>
          <a:prstGeom prst="rect">
            <a:avLst/>
          </a:prstGeom>
        </p:spPr>
      </p:pic>
      <p:pic>
        <p:nvPicPr>
          <p:cNvPr id="11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685180" y="370730"/>
            <a:ext cx="515526" cy="515526"/>
          </a:xfrm>
          <a:prstGeom prst="rect">
            <a:avLst/>
          </a:prstGeom>
        </p:spPr>
      </p:pic>
      <p:pic>
        <p:nvPicPr>
          <p:cNvPr id="12" name="Image 7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878682" y="588551"/>
            <a:ext cx="24623" cy="15979"/>
          </a:xfrm>
          <a:prstGeom prst="rect">
            <a:avLst/>
          </a:prstGeom>
        </p:spPr>
      </p:pic>
      <p:pic>
        <p:nvPicPr>
          <p:cNvPr id="13" name="Image 8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873359" y="599612"/>
            <a:ext cx="23871" cy="11079"/>
          </a:xfrm>
          <a:prstGeom prst="rect">
            <a:avLst/>
          </a:prstGeom>
        </p:spPr>
      </p:pic>
      <p:pic>
        <p:nvPicPr>
          <p:cNvPr id="14" name="Image 9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1901183" y="584015"/>
            <a:ext cx="9399" cy="10095"/>
          </a:xfrm>
          <a:prstGeom prst="rect">
            <a:avLst/>
          </a:prstGeom>
        </p:spPr>
      </p:pic>
      <p:pic>
        <p:nvPicPr>
          <p:cNvPr id="15" name="Image 10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1926951" y="672394"/>
            <a:ext cx="11916" cy="14425"/>
          </a:xfrm>
          <a:prstGeom prst="rect">
            <a:avLst/>
          </a:prstGeom>
        </p:spPr>
      </p:pic>
      <p:pic>
        <p:nvPicPr>
          <p:cNvPr id="16" name="Image 11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1962072" y="673022"/>
            <a:ext cx="10035" cy="13484"/>
          </a:xfrm>
          <a:prstGeom prst="rect">
            <a:avLst/>
          </a:prstGeom>
        </p:spPr>
      </p:pic>
      <p:pic>
        <p:nvPicPr>
          <p:cNvPr id="17" name="Image 12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1926951" y="648876"/>
            <a:ext cx="11916" cy="17625"/>
          </a:xfrm>
          <a:prstGeom prst="rect">
            <a:avLst/>
          </a:prstGeom>
        </p:spPr>
      </p:pic>
      <p:pic>
        <p:nvPicPr>
          <p:cNvPr id="18" name="Image 13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1944825" y="672708"/>
            <a:ext cx="10975" cy="14111"/>
          </a:xfrm>
          <a:prstGeom prst="rect">
            <a:avLst/>
          </a:prstGeom>
        </p:spPr>
      </p:pic>
      <p:pic>
        <p:nvPicPr>
          <p:cNvPr id="19" name="Image 14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1945138" y="650757"/>
            <a:ext cx="10975" cy="16057"/>
          </a:xfrm>
          <a:prstGeom prst="rect">
            <a:avLst/>
          </a:prstGeom>
        </p:spPr>
      </p:pic>
      <p:pic>
        <p:nvPicPr>
          <p:cNvPr id="20" name="Image 15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1964953" y="619353"/>
            <a:ext cx="19320" cy="5739"/>
          </a:xfrm>
          <a:prstGeom prst="rect">
            <a:avLst/>
          </a:prstGeom>
        </p:spPr>
      </p:pic>
      <p:pic>
        <p:nvPicPr>
          <p:cNvPr id="21" name="Image 16" descr="preencoded.png"/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1926010" y="628807"/>
            <a:ext cx="15679" cy="5017"/>
          </a:xfrm>
          <a:prstGeom prst="rect">
            <a:avLst/>
          </a:prstGeom>
        </p:spPr>
      </p:pic>
      <p:pic>
        <p:nvPicPr>
          <p:cNvPr id="22" name="Image 17" descr="preencoded.png"/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1870846" y="714849"/>
            <a:ext cx="36762" cy="7590"/>
          </a:xfrm>
          <a:prstGeom prst="rect">
            <a:avLst/>
          </a:prstGeom>
        </p:spPr>
      </p:pic>
      <p:pic>
        <p:nvPicPr>
          <p:cNvPr id="23" name="Image 18" descr="preencoded.png"/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2002089" y="736780"/>
            <a:ext cx="51611" cy="10049"/>
          </a:xfrm>
          <a:prstGeom prst="rect">
            <a:avLst/>
          </a:prstGeom>
        </p:spPr>
      </p:pic>
      <p:pic>
        <p:nvPicPr>
          <p:cNvPr id="24" name="Image 19" descr="preencoded.png"/>
          <p:cNvPicPr>
            <a:picLocks noChangeAspect="1"/>
          </p:cNvPicPr>
          <p:nvPr/>
        </p:nvPicPr>
        <p:blipFill>
          <a:blip r:embed="rId20"/>
          <a:srcRect r="2"/>
          <a:stretch/>
        </p:blipFill>
        <p:spPr>
          <a:xfrm>
            <a:off x="1930137" y="725097"/>
            <a:ext cx="46661" cy="9229"/>
          </a:xfrm>
          <a:prstGeom prst="rect">
            <a:avLst/>
          </a:prstGeom>
        </p:spPr>
      </p:pic>
      <p:pic>
        <p:nvPicPr>
          <p:cNvPr id="25" name="Image 20" descr="preencoded.png"/>
          <p:cNvPicPr>
            <a:picLocks noChangeAspect="1"/>
          </p:cNvPicPr>
          <p:nvPr/>
        </p:nvPicPr>
        <p:blipFill>
          <a:blip r:embed="rId21"/>
          <a:srcRect/>
          <a:stretch/>
        </p:blipFill>
        <p:spPr>
          <a:xfrm>
            <a:off x="1774237" y="459787"/>
            <a:ext cx="337412" cy="337412"/>
          </a:xfrm>
          <a:prstGeom prst="rect">
            <a:avLst/>
          </a:prstGeom>
        </p:spPr>
      </p:pic>
      <p:pic>
        <p:nvPicPr>
          <p:cNvPr id="26" name="Image 21" descr="preencoded.png"/>
          <p:cNvPicPr>
            <a:picLocks noChangeAspect="1"/>
          </p:cNvPicPr>
          <p:nvPr/>
        </p:nvPicPr>
        <p:blipFill>
          <a:blip r:embed="rId22"/>
          <a:srcRect/>
          <a:stretch/>
        </p:blipFill>
        <p:spPr>
          <a:xfrm>
            <a:off x="1914408" y="607797"/>
            <a:ext cx="11602" cy="8153"/>
          </a:xfrm>
          <a:prstGeom prst="rect">
            <a:avLst/>
          </a:prstGeom>
        </p:spPr>
      </p:pic>
      <p:pic>
        <p:nvPicPr>
          <p:cNvPr id="27" name="Image 22" descr="preencoded.png"/>
          <p:cNvPicPr>
            <a:picLocks noChangeAspect="1"/>
          </p:cNvPicPr>
          <p:nvPr/>
        </p:nvPicPr>
        <p:blipFill>
          <a:blip r:embed="rId23"/>
          <a:srcRect/>
          <a:stretch/>
        </p:blipFill>
        <p:spPr>
          <a:xfrm>
            <a:off x="1926951" y="604348"/>
            <a:ext cx="15679" cy="5644"/>
          </a:xfrm>
          <a:prstGeom prst="rect">
            <a:avLst/>
          </a:prstGeom>
        </p:spPr>
      </p:pic>
      <p:pic>
        <p:nvPicPr>
          <p:cNvPr id="28" name="Image 23" descr="preencoded.png"/>
          <p:cNvPicPr>
            <a:picLocks noChangeAspect="1"/>
          </p:cNvPicPr>
          <p:nvPr/>
        </p:nvPicPr>
        <p:blipFill>
          <a:blip r:embed="rId24"/>
          <a:srcRect/>
          <a:stretch/>
        </p:blipFill>
        <p:spPr>
          <a:xfrm>
            <a:off x="1925069" y="607797"/>
            <a:ext cx="15365" cy="5331"/>
          </a:xfrm>
          <a:prstGeom prst="rect">
            <a:avLst/>
          </a:prstGeom>
        </p:spPr>
      </p:pic>
      <p:pic>
        <p:nvPicPr>
          <p:cNvPr id="29" name="Image 24" descr="preencoded.png"/>
          <p:cNvPicPr>
            <a:picLocks noChangeAspect="1"/>
          </p:cNvPicPr>
          <p:nvPr/>
        </p:nvPicPr>
        <p:blipFill>
          <a:blip r:embed="rId25"/>
          <a:srcRect/>
          <a:stretch/>
        </p:blipFill>
        <p:spPr>
          <a:xfrm>
            <a:off x="1718106" y="674903"/>
            <a:ext cx="60521" cy="59267"/>
          </a:xfrm>
          <a:prstGeom prst="rect">
            <a:avLst/>
          </a:prstGeom>
        </p:spPr>
      </p:pic>
      <p:pic>
        <p:nvPicPr>
          <p:cNvPr id="30" name="Image 25" descr="preencoded.png"/>
          <p:cNvPicPr>
            <a:picLocks noChangeAspect="1"/>
          </p:cNvPicPr>
          <p:nvPr/>
        </p:nvPicPr>
        <p:blipFill>
          <a:blip r:embed="rId26"/>
          <a:srcRect/>
          <a:stretch/>
        </p:blipFill>
        <p:spPr>
          <a:xfrm>
            <a:off x="1747583" y="727585"/>
            <a:ext cx="64911" cy="64598"/>
          </a:xfrm>
          <a:prstGeom prst="rect">
            <a:avLst/>
          </a:prstGeom>
        </p:spPr>
      </p:pic>
      <p:pic>
        <p:nvPicPr>
          <p:cNvPr id="31" name="Image 26" descr="preencoded.png"/>
          <p:cNvPicPr>
            <a:picLocks noChangeAspect="1"/>
          </p:cNvPicPr>
          <p:nvPr/>
        </p:nvPicPr>
        <p:blipFill>
          <a:blip r:embed="rId27"/>
          <a:srcRect/>
          <a:stretch/>
        </p:blipFill>
        <p:spPr>
          <a:xfrm>
            <a:off x="1794933" y="771172"/>
            <a:ext cx="63971" cy="64284"/>
          </a:xfrm>
          <a:prstGeom prst="rect">
            <a:avLst/>
          </a:prstGeom>
        </p:spPr>
      </p:pic>
      <p:pic>
        <p:nvPicPr>
          <p:cNvPr id="32" name="Image 27" descr="preencoded.png"/>
          <p:cNvPicPr>
            <a:picLocks noChangeAspect="1"/>
          </p:cNvPicPr>
          <p:nvPr/>
        </p:nvPicPr>
        <p:blipFill>
          <a:blip r:embed="rId28"/>
          <a:srcRect/>
          <a:stretch/>
        </p:blipFill>
        <p:spPr>
          <a:xfrm>
            <a:off x="1858783" y="805965"/>
            <a:ext cx="52923" cy="49575"/>
          </a:xfrm>
          <a:prstGeom prst="rect">
            <a:avLst/>
          </a:prstGeom>
        </p:spPr>
      </p:pic>
      <p:pic>
        <p:nvPicPr>
          <p:cNvPr id="33" name="Image 28" descr="preencoded.png"/>
          <p:cNvPicPr>
            <a:picLocks noChangeAspect="1"/>
          </p:cNvPicPr>
          <p:nvPr/>
        </p:nvPicPr>
        <p:blipFill>
          <a:blip r:embed="rId29"/>
          <a:srcRect/>
          <a:stretch/>
        </p:blipFill>
        <p:spPr>
          <a:xfrm>
            <a:off x="1926323" y="815387"/>
            <a:ext cx="45156" cy="47978"/>
          </a:xfrm>
          <a:prstGeom prst="rect">
            <a:avLst/>
          </a:prstGeom>
        </p:spPr>
      </p:pic>
      <p:pic>
        <p:nvPicPr>
          <p:cNvPr id="34" name="Image 29" descr="preencoded.png"/>
          <p:cNvPicPr>
            <a:picLocks noChangeAspect="1"/>
          </p:cNvPicPr>
          <p:nvPr/>
        </p:nvPicPr>
        <p:blipFill>
          <a:blip r:embed="rId30"/>
          <a:srcRect/>
          <a:stretch/>
        </p:blipFill>
        <p:spPr>
          <a:xfrm>
            <a:off x="1986297" y="803852"/>
            <a:ext cx="51894" cy="49724"/>
          </a:xfrm>
          <a:prstGeom prst="rect">
            <a:avLst/>
          </a:prstGeom>
        </p:spPr>
      </p:pic>
      <p:pic>
        <p:nvPicPr>
          <p:cNvPr id="35" name="Image 30" descr="preencoded.png"/>
          <p:cNvPicPr>
            <a:picLocks noChangeAspect="1"/>
          </p:cNvPicPr>
          <p:nvPr/>
        </p:nvPicPr>
        <p:blipFill>
          <a:blip r:embed="rId31"/>
          <a:srcRect r="2"/>
          <a:stretch/>
        </p:blipFill>
        <p:spPr>
          <a:xfrm>
            <a:off x="2040467" y="768350"/>
            <a:ext cx="58639" cy="66165"/>
          </a:xfrm>
          <a:prstGeom prst="rect">
            <a:avLst/>
          </a:prstGeom>
        </p:spPr>
      </p:pic>
      <p:pic>
        <p:nvPicPr>
          <p:cNvPr id="36" name="Image 31" descr="preencoded.png"/>
          <p:cNvPicPr>
            <a:picLocks noChangeAspect="1"/>
          </p:cNvPicPr>
          <p:nvPr/>
        </p:nvPicPr>
        <p:blipFill>
          <a:blip r:embed="rId32"/>
          <a:srcRect/>
          <a:stretch/>
        </p:blipFill>
        <p:spPr>
          <a:xfrm>
            <a:off x="2080919" y="723508"/>
            <a:ext cx="64911" cy="64284"/>
          </a:xfrm>
          <a:prstGeom prst="rect">
            <a:avLst/>
          </a:prstGeom>
        </p:spPr>
      </p:pic>
      <p:pic>
        <p:nvPicPr>
          <p:cNvPr id="37" name="Image 32" descr="preencoded.png"/>
          <p:cNvPicPr>
            <a:picLocks noChangeAspect="1"/>
          </p:cNvPicPr>
          <p:nvPr/>
        </p:nvPicPr>
        <p:blipFill>
          <a:blip r:embed="rId33"/>
          <a:srcRect/>
          <a:stretch/>
        </p:blipFill>
        <p:spPr>
          <a:xfrm>
            <a:off x="2119195" y="674903"/>
            <a:ext cx="49918" cy="49988"/>
          </a:xfrm>
          <a:prstGeom prst="rect">
            <a:avLst/>
          </a:prstGeom>
        </p:spPr>
      </p:pic>
      <p:pic>
        <p:nvPicPr>
          <p:cNvPr id="38" name="Image 33" descr="preencoded.png"/>
          <p:cNvPicPr>
            <a:picLocks noChangeAspect="1"/>
          </p:cNvPicPr>
          <p:nvPr/>
        </p:nvPicPr>
        <p:blipFill>
          <a:blip r:embed="rId34"/>
          <a:srcRect/>
          <a:stretch/>
        </p:blipFill>
        <p:spPr>
          <a:xfrm>
            <a:off x="1714657" y="527520"/>
            <a:ext cx="50843" cy="58012"/>
          </a:xfrm>
          <a:prstGeom prst="rect">
            <a:avLst/>
          </a:prstGeom>
        </p:spPr>
      </p:pic>
      <p:pic>
        <p:nvPicPr>
          <p:cNvPr id="39" name="Image 34" descr="preencoded.png"/>
          <p:cNvPicPr>
            <a:picLocks noChangeAspect="1"/>
          </p:cNvPicPr>
          <p:nvPr/>
        </p:nvPicPr>
        <p:blipFill>
          <a:blip r:embed="rId35"/>
          <a:srcRect/>
          <a:stretch/>
        </p:blipFill>
        <p:spPr>
          <a:xfrm>
            <a:off x="1737548" y="478288"/>
            <a:ext cx="64284" cy="63657"/>
          </a:xfrm>
          <a:prstGeom prst="rect">
            <a:avLst/>
          </a:prstGeom>
        </p:spPr>
      </p:pic>
      <p:pic>
        <p:nvPicPr>
          <p:cNvPr id="40" name="Image 35" descr="preencoded.png"/>
          <p:cNvPicPr>
            <a:picLocks noChangeAspect="1"/>
          </p:cNvPicPr>
          <p:nvPr/>
        </p:nvPicPr>
        <p:blipFill>
          <a:blip r:embed="rId36"/>
          <a:srcRect/>
          <a:stretch/>
        </p:blipFill>
        <p:spPr>
          <a:xfrm>
            <a:off x="1776119" y="434074"/>
            <a:ext cx="64911" cy="65225"/>
          </a:xfrm>
          <a:prstGeom prst="rect">
            <a:avLst/>
          </a:prstGeom>
        </p:spPr>
      </p:pic>
      <p:pic>
        <p:nvPicPr>
          <p:cNvPr id="41" name="Image 36" descr="preencoded.png"/>
          <p:cNvPicPr>
            <a:picLocks noChangeAspect="1"/>
          </p:cNvPicPr>
          <p:nvPr/>
        </p:nvPicPr>
        <p:blipFill>
          <a:blip r:embed="rId37"/>
          <a:srcRect/>
          <a:stretch/>
        </p:blipFill>
        <p:spPr>
          <a:xfrm>
            <a:off x="1827232" y="411587"/>
            <a:ext cx="54406" cy="55412"/>
          </a:xfrm>
          <a:prstGeom prst="rect">
            <a:avLst/>
          </a:prstGeom>
        </p:spPr>
      </p:pic>
      <p:pic>
        <p:nvPicPr>
          <p:cNvPr id="42" name="Image 37" descr="preencoded.png"/>
          <p:cNvPicPr>
            <a:picLocks noChangeAspect="1"/>
          </p:cNvPicPr>
          <p:nvPr/>
        </p:nvPicPr>
        <p:blipFill>
          <a:blip r:embed="rId38"/>
          <a:srcRect/>
          <a:stretch/>
        </p:blipFill>
        <p:spPr>
          <a:xfrm>
            <a:off x="1881795" y="393935"/>
            <a:ext cx="46410" cy="53622"/>
          </a:xfrm>
          <a:prstGeom prst="rect">
            <a:avLst/>
          </a:prstGeom>
        </p:spPr>
      </p:pic>
      <p:pic>
        <p:nvPicPr>
          <p:cNvPr id="43" name="Image 38" descr="preencoded.png"/>
          <p:cNvPicPr>
            <a:picLocks noChangeAspect="1"/>
          </p:cNvPicPr>
          <p:nvPr/>
        </p:nvPicPr>
        <p:blipFill>
          <a:blip r:embed="rId39"/>
          <a:srcRect/>
          <a:stretch/>
        </p:blipFill>
        <p:spPr>
          <a:xfrm>
            <a:off x="1933222" y="392994"/>
            <a:ext cx="43588" cy="47664"/>
          </a:xfrm>
          <a:prstGeom prst="rect">
            <a:avLst/>
          </a:prstGeom>
        </p:spPr>
      </p:pic>
      <p:pic>
        <p:nvPicPr>
          <p:cNvPr id="44" name="Image 39" descr="preencoded.png"/>
          <p:cNvPicPr>
            <a:picLocks noChangeAspect="1"/>
          </p:cNvPicPr>
          <p:nvPr/>
        </p:nvPicPr>
        <p:blipFill>
          <a:blip r:embed="rId40"/>
          <a:srcRect/>
          <a:stretch/>
        </p:blipFill>
        <p:spPr>
          <a:xfrm>
            <a:off x="1982283" y="402482"/>
            <a:ext cx="50031" cy="49265"/>
          </a:xfrm>
          <a:prstGeom prst="rect">
            <a:avLst/>
          </a:prstGeom>
        </p:spPr>
      </p:pic>
      <p:pic>
        <p:nvPicPr>
          <p:cNvPr id="45" name="Image 40" descr="preencoded.png"/>
          <p:cNvPicPr>
            <a:picLocks noChangeAspect="1"/>
          </p:cNvPicPr>
          <p:nvPr/>
        </p:nvPicPr>
        <p:blipFill>
          <a:blip r:embed="rId41"/>
          <a:srcRect/>
          <a:stretch/>
        </p:blipFill>
        <p:spPr>
          <a:xfrm>
            <a:off x="2024160" y="416199"/>
            <a:ext cx="63343" cy="63970"/>
          </a:xfrm>
          <a:prstGeom prst="rect">
            <a:avLst/>
          </a:prstGeom>
        </p:spPr>
      </p:pic>
      <p:pic>
        <p:nvPicPr>
          <p:cNvPr id="46" name="Image 41" descr="preencoded.png"/>
          <p:cNvPicPr>
            <a:picLocks noChangeAspect="1"/>
          </p:cNvPicPr>
          <p:nvPr/>
        </p:nvPicPr>
        <p:blipFill>
          <a:blip r:embed="rId42"/>
          <a:srcRect/>
          <a:stretch/>
        </p:blipFill>
        <p:spPr>
          <a:xfrm>
            <a:off x="2075274" y="449439"/>
            <a:ext cx="53309" cy="52995"/>
          </a:xfrm>
          <a:prstGeom prst="rect">
            <a:avLst/>
          </a:prstGeom>
        </p:spPr>
      </p:pic>
      <p:pic>
        <p:nvPicPr>
          <p:cNvPr id="47" name="Image 42" descr="preencoded.png"/>
          <p:cNvPicPr>
            <a:picLocks noChangeAspect="1"/>
          </p:cNvPicPr>
          <p:nvPr/>
        </p:nvPicPr>
        <p:blipFill>
          <a:blip r:embed="rId43"/>
          <a:srcRect/>
          <a:stretch/>
        </p:blipFill>
        <p:spPr>
          <a:xfrm>
            <a:off x="2096598" y="491459"/>
            <a:ext cx="59580" cy="56758"/>
          </a:xfrm>
          <a:prstGeom prst="rect">
            <a:avLst/>
          </a:prstGeom>
        </p:spPr>
      </p:pic>
      <p:pic>
        <p:nvPicPr>
          <p:cNvPr id="48" name="Image 43" descr="preencoded.png"/>
          <p:cNvPicPr>
            <a:picLocks noChangeAspect="1"/>
          </p:cNvPicPr>
          <p:nvPr/>
        </p:nvPicPr>
        <p:blipFill>
          <a:blip r:embed="rId44"/>
          <a:srcRect/>
          <a:stretch/>
        </p:blipFill>
        <p:spPr>
          <a:xfrm>
            <a:off x="2121371" y="534419"/>
            <a:ext cx="53622" cy="43274"/>
          </a:xfrm>
          <a:prstGeom prst="rect">
            <a:avLst/>
          </a:prstGeom>
        </p:spPr>
      </p:pic>
      <p:sp>
        <p:nvSpPr>
          <p:cNvPr id="49" name="Shape 3"/>
          <p:cNvSpPr/>
          <p:nvPr/>
        </p:nvSpPr>
        <p:spPr>
          <a:xfrm>
            <a:off x="428625" y="1371600"/>
            <a:ext cx="3757613" cy="1714500"/>
          </a:xfrm>
          <a:prstGeom prst="rect">
            <a:avLst/>
          </a:prstGeom>
          <a:noFill/>
          <a:ln/>
        </p:spPr>
      </p:sp>
      <p:sp>
        <p:nvSpPr>
          <p:cNvPr id="50" name="Text 4"/>
          <p:cNvSpPr/>
          <p:nvPr/>
        </p:nvSpPr>
        <p:spPr>
          <a:xfrm>
            <a:off x="428625" y="1371600"/>
            <a:ext cx="3757613" cy="1147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22"/>
              </a:lnSpc>
              <a:buNone/>
            </a:pPr>
            <a:r>
              <a:rPr lang="en-US" sz="5914" b="1" dirty="0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PostCode</a:t>
            </a:r>
            <a:r>
              <a:rPr lang="en-US" sz="4952" dirty="0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 Challenge</a:t>
            </a:r>
            <a:endParaRPr lang="en-US" sz="5914" dirty="0"/>
          </a:p>
        </p:txBody>
      </p:sp>
      <p:sp>
        <p:nvSpPr>
          <p:cNvPr id="51" name="Text 5"/>
          <p:cNvSpPr/>
          <p:nvPr/>
        </p:nvSpPr>
        <p:spPr>
          <a:xfrm>
            <a:off x="428625" y="2733675"/>
            <a:ext cx="375761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76"/>
              </a:lnSpc>
              <a:buNone/>
            </a:pPr>
            <a:r>
              <a:rPr lang="en-US" sz="3776" dirty="0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от </a:t>
            </a:r>
            <a:r>
              <a:rPr lang="en-US" sz="3776" b="1" dirty="0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Почтатеха</a:t>
            </a:r>
            <a:endParaRPr lang="en-US" sz="3776" dirty="0"/>
          </a:p>
        </p:txBody>
      </p:sp>
      <p:pic>
        <p:nvPicPr>
          <p:cNvPr id="52" name="Image 44" descr="preencoded.png"/>
          <p:cNvPicPr>
            <a:picLocks noChangeAspect="1"/>
          </p:cNvPicPr>
          <p:nvPr/>
        </p:nvPicPr>
        <p:blipFill>
          <a:blip r:embed="rId45"/>
          <a:srcRect/>
          <a:stretch/>
        </p:blipFill>
        <p:spPr>
          <a:xfrm>
            <a:off x="4333875" y="1238250"/>
            <a:ext cx="4695825" cy="3509963"/>
          </a:xfrm>
          <a:prstGeom prst="rect">
            <a:avLst/>
          </a:prstGeom>
        </p:spPr>
      </p:pic>
      <p:sp>
        <p:nvSpPr>
          <p:cNvPr id="53" name="Shape 6"/>
          <p:cNvSpPr/>
          <p:nvPr/>
        </p:nvSpPr>
        <p:spPr>
          <a:xfrm>
            <a:off x="428625" y="3381375"/>
            <a:ext cx="3943350" cy="1143000"/>
          </a:xfrm>
          <a:prstGeom prst="roundRect">
            <a:avLst>
              <a:gd name="adj" fmla="val 64000"/>
            </a:avLst>
          </a:prstGeom>
          <a:solidFill>
            <a:srgbClr val="2942BB">
              <a:alpha val="40000"/>
            </a:srgbClr>
          </a:solidFill>
          <a:ln w="4524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54" name="Text 7"/>
          <p:cNvSpPr/>
          <p:nvPr/>
        </p:nvSpPr>
        <p:spPr>
          <a:xfrm>
            <a:off x="714375" y="3667125"/>
            <a:ext cx="429789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900"/>
              </a:lnSpc>
              <a:buNone/>
            </a:pPr>
            <a:r>
              <a:rPr lang="en-US" sz="2636" b="1" dirty="0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Название команды</a:t>
            </a:r>
            <a:endParaRPr lang="en-US" sz="2636" dirty="0"/>
          </a:p>
        </p:txBody>
      </p:sp>
      <p:sp>
        <p:nvSpPr>
          <p:cNvPr id="55" name="Text 8"/>
          <p:cNvSpPr/>
          <p:nvPr/>
        </p:nvSpPr>
        <p:spPr>
          <a:xfrm>
            <a:off x="714375" y="4057650"/>
            <a:ext cx="113823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ts val="2116"/>
              </a:lnSpc>
              <a:buNone/>
            </a:pPr>
            <a:r>
              <a:rPr lang="en-US" sz="1924" dirty="0">
                <a:solidFill>
                  <a:srgbClr val="ECEDF2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Решение</a:t>
            </a:r>
            <a:endParaRPr lang="en-US" sz="1924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942B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0500" y="333375"/>
            <a:ext cx="200501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65"/>
              </a:lnSpc>
              <a:buNone/>
            </a:pPr>
            <a:r>
              <a:rPr lang="en-US" sz="2850" dirty="0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Участники</a:t>
            </a:r>
            <a:endParaRPr lang="en-US" sz="2850" dirty="0"/>
          </a:p>
        </p:txBody>
      </p:sp>
      <p:sp>
        <p:nvSpPr>
          <p:cNvPr id="3" name="Shape 1"/>
          <p:cNvSpPr/>
          <p:nvPr/>
        </p:nvSpPr>
        <p:spPr>
          <a:xfrm>
            <a:off x="7172325" y="190500"/>
            <a:ext cx="1781175" cy="533400"/>
          </a:xfrm>
          <a:prstGeom prst="rect">
            <a:avLst/>
          </a:prstGeom>
          <a:noFill/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172325" y="304800"/>
            <a:ext cx="1095375" cy="30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420100" y="190500"/>
            <a:ext cx="533400" cy="533400"/>
          </a:xfrm>
          <a:prstGeom prst="rect">
            <a:avLst/>
          </a:prstGeom>
          <a:noFill/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871969" y="445127"/>
            <a:ext cx="15679" cy="22578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889843" y="436033"/>
            <a:ext cx="16306" cy="38884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908031" y="445127"/>
            <a:ext cx="15365" cy="22578"/>
          </a:xfrm>
          <a:prstGeom prst="rect">
            <a:avLst/>
          </a:prstGeom>
        </p:spPr>
      </p:pic>
      <p:pic>
        <p:nvPicPr>
          <p:cNvPr id="9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449577" y="445127"/>
            <a:ext cx="15993" cy="22578"/>
          </a:xfrm>
          <a:prstGeom prst="rect">
            <a:avLst/>
          </a:prstGeom>
        </p:spPr>
      </p:pic>
      <p:pic>
        <p:nvPicPr>
          <p:cNvPr id="10" name="Image 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485638" y="445127"/>
            <a:ext cx="15365" cy="22578"/>
          </a:xfrm>
          <a:prstGeom prst="rect">
            <a:avLst/>
          </a:prstGeom>
        </p:spPr>
      </p:pic>
      <p:pic>
        <p:nvPicPr>
          <p:cNvPr id="11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428880" y="199280"/>
            <a:ext cx="515526" cy="515526"/>
          </a:xfrm>
          <a:prstGeom prst="rect">
            <a:avLst/>
          </a:prstGeom>
        </p:spPr>
      </p:pic>
      <p:pic>
        <p:nvPicPr>
          <p:cNvPr id="12" name="Image 7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8622382" y="417101"/>
            <a:ext cx="24623" cy="15979"/>
          </a:xfrm>
          <a:prstGeom prst="rect">
            <a:avLst/>
          </a:prstGeom>
        </p:spPr>
      </p:pic>
      <p:pic>
        <p:nvPicPr>
          <p:cNvPr id="13" name="Image 8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8617059" y="428162"/>
            <a:ext cx="23871" cy="11079"/>
          </a:xfrm>
          <a:prstGeom prst="rect">
            <a:avLst/>
          </a:prstGeom>
        </p:spPr>
      </p:pic>
      <p:pic>
        <p:nvPicPr>
          <p:cNvPr id="14" name="Image 9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8644883" y="412565"/>
            <a:ext cx="9399" cy="10095"/>
          </a:xfrm>
          <a:prstGeom prst="rect">
            <a:avLst/>
          </a:prstGeom>
        </p:spPr>
      </p:pic>
      <p:pic>
        <p:nvPicPr>
          <p:cNvPr id="15" name="Image 10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8670651" y="500944"/>
            <a:ext cx="11916" cy="14425"/>
          </a:xfrm>
          <a:prstGeom prst="rect">
            <a:avLst/>
          </a:prstGeom>
        </p:spPr>
      </p:pic>
      <p:pic>
        <p:nvPicPr>
          <p:cNvPr id="16" name="Image 11" descr="preencoded.png"/>
          <p:cNvPicPr>
            <a:picLocks noChangeAspect="1"/>
          </p:cNvPicPr>
          <p:nvPr/>
        </p:nvPicPr>
        <p:blipFill>
          <a:blip r:embed="rId13"/>
          <a:srcRect r="10"/>
          <a:stretch/>
        </p:blipFill>
        <p:spPr>
          <a:xfrm>
            <a:off x="8705772" y="501572"/>
            <a:ext cx="10034" cy="13484"/>
          </a:xfrm>
          <a:prstGeom prst="rect">
            <a:avLst/>
          </a:prstGeom>
        </p:spPr>
      </p:pic>
      <p:pic>
        <p:nvPicPr>
          <p:cNvPr id="17" name="Image 12" descr="preencoded.png"/>
          <p:cNvPicPr>
            <a:picLocks noChangeAspect="1"/>
          </p:cNvPicPr>
          <p:nvPr/>
        </p:nvPicPr>
        <p:blipFill>
          <a:blip r:embed="rId14"/>
          <a:srcRect b="-6"/>
          <a:stretch/>
        </p:blipFill>
        <p:spPr>
          <a:xfrm>
            <a:off x="8670651" y="477426"/>
            <a:ext cx="11916" cy="17625"/>
          </a:xfrm>
          <a:prstGeom prst="rect">
            <a:avLst/>
          </a:prstGeom>
        </p:spPr>
      </p:pic>
      <p:pic>
        <p:nvPicPr>
          <p:cNvPr id="18" name="Image 13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8688524" y="501258"/>
            <a:ext cx="10975" cy="14111"/>
          </a:xfrm>
          <a:prstGeom prst="rect">
            <a:avLst/>
          </a:prstGeom>
        </p:spPr>
      </p:pic>
      <p:pic>
        <p:nvPicPr>
          <p:cNvPr id="19" name="Image 14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8688838" y="479307"/>
            <a:ext cx="10975" cy="16057"/>
          </a:xfrm>
          <a:prstGeom prst="rect">
            <a:avLst/>
          </a:prstGeom>
        </p:spPr>
      </p:pic>
      <p:pic>
        <p:nvPicPr>
          <p:cNvPr id="20" name="Image 15" descr="preencoded.png"/>
          <p:cNvPicPr>
            <a:picLocks noChangeAspect="1"/>
          </p:cNvPicPr>
          <p:nvPr/>
        </p:nvPicPr>
        <p:blipFill>
          <a:blip r:embed="rId16"/>
          <a:srcRect r="-5"/>
          <a:stretch/>
        </p:blipFill>
        <p:spPr>
          <a:xfrm>
            <a:off x="8708653" y="447903"/>
            <a:ext cx="19321" cy="5739"/>
          </a:xfrm>
          <a:prstGeom prst="rect">
            <a:avLst/>
          </a:prstGeom>
        </p:spPr>
      </p:pic>
      <p:pic>
        <p:nvPicPr>
          <p:cNvPr id="21" name="Image 16" descr="preencoded.png"/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8669710" y="457357"/>
            <a:ext cx="15679" cy="5017"/>
          </a:xfrm>
          <a:prstGeom prst="rect">
            <a:avLst/>
          </a:prstGeom>
        </p:spPr>
      </p:pic>
      <p:pic>
        <p:nvPicPr>
          <p:cNvPr id="22" name="Image 17" descr="preencoded.png"/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8614546" y="543399"/>
            <a:ext cx="36762" cy="7590"/>
          </a:xfrm>
          <a:prstGeom prst="rect">
            <a:avLst/>
          </a:prstGeom>
        </p:spPr>
      </p:pic>
      <p:pic>
        <p:nvPicPr>
          <p:cNvPr id="23" name="Image 18" descr="preencoded.png"/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8745789" y="565330"/>
            <a:ext cx="51612" cy="10049"/>
          </a:xfrm>
          <a:prstGeom prst="rect">
            <a:avLst/>
          </a:prstGeom>
        </p:spPr>
      </p:pic>
      <p:pic>
        <p:nvPicPr>
          <p:cNvPr id="24" name="Image 19" descr="preencoded.png"/>
          <p:cNvPicPr>
            <a:picLocks noChangeAspect="1"/>
          </p:cNvPicPr>
          <p:nvPr/>
        </p:nvPicPr>
        <p:blipFill>
          <a:blip r:embed="rId20"/>
          <a:srcRect r="2"/>
          <a:stretch/>
        </p:blipFill>
        <p:spPr>
          <a:xfrm>
            <a:off x="8673837" y="553647"/>
            <a:ext cx="46661" cy="9229"/>
          </a:xfrm>
          <a:prstGeom prst="rect">
            <a:avLst/>
          </a:prstGeom>
        </p:spPr>
      </p:pic>
      <p:pic>
        <p:nvPicPr>
          <p:cNvPr id="25" name="Image 20" descr="preencoded.png"/>
          <p:cNvPicPr>
            <a:picLocks noChangeAspect="1"/>
          </p:cNvPicPr>
          <p:nvPr/>
        </p:nvPicPr>
        <p:blipFill>
          <a:blip r:embed="rId21"/>
          <a:srcRect/>
          <a:stretch/>
        </p:blipFill>
        <p:spPr>
          <a:xfrm>
            <a:off x="8517937" y="288337"/>
            <a:ext cx="337412" cy="337412"/>
          </a:xfrm>
          <a:prstGeom prst="rect">
            <a:avLst/>
          </a:prstGeom>
        </p:spPr>
      </p:pic>
      <p:pic>
        <p:nvPicPr>
          <p:cNvPr id="26" name="Image 21" descr="preencoded.png"/>
          <p:cNvPicPr>
            <a:picLocks noChangeAspect="1"/>
          </p:cNvPicPr>
          <p:nvPr/>
        </p:nvPicPr>
        <p:blipFill>
          <a:blip r:embed="rId22"/>
          <a:srcRect r="-9"/>
          <a:stretch/>
        </p:blipFill>
        <p:spPr>
          <a:xfrm>
            <a:off x="8658108" y="436347"/>
            <a:ext cx="11603" cy="8153"/>
          </a:xfrm>
          <a:prstGeom prst="rect">
            <a:avLst/>
          </a:prstGeom>
        </p:spPr>
      </p:pic>
      <p:pic>
        <p:nvPicPr>
          <p:cNvPr id="27" name="Image 22" descr="preencoded.png"/>
          <p:cNvPicPr>
            <a:picLocks noChangeAspect="1"/>
          </p:cNvPicPr>
          <p:nvPr/>
        </p:nvPicPr>
        <p:blipFill>
          <a:blip r:embed="rId23"/>
          <a:srcRect/>
          <a:stretch/>
        </p:blipFill>
        <p:spPr>
          <a:xfrm>
            <a:off x="8670651" y="432897"/>
            <a:ext cx="15679" cy="5644"/>
          </a:xfrm>
          <a:prstGeom prst="rect">
            <a:avLst/>
          </a:prstGeom>
        </p:spPr>
      </p:pic>
      <p:pic>
        <p:nvPicPr>
          <p:cNvPr id="28" name="Image 23" descr="preencoded.png"/>
          <p:cNvPicPr>
            <a:picLocks noChangeAspect="1"/>
          </p:cNvPicPr>
          <p:nvPr/>
        </p:nvPicPr>
        <p:blipFill>
          <a:blip r:embed="rId24"/>
          <a:srcRect/>
          <a:stretch/>
        </p:blipFill>
        <p:spPr>
          <a:xfrm>
            <a:off x="8668770" y="436347"/>
            <a:ext cx="15365" cy="5331"/>
          </a:xfrm>
          <a:prstGeom prst="rect">
            <a:avLst/>
          </a:prstGeom>
        </p:spPr>
      </p:pic>
      <p:pic>
        <p:nvPicPr>
          <p:cNvPr id="29" name="Image 24" descr="preencoded.png"/>
          <p:cNvPicPr>
            <a:picLocks noChangeAspect="1"/>
          </p:cNvPicPr>
          <p:nvPr/>
        </p:nvPicPr>
        <p:blipFill>
          <a:blip r:embed="rId25"/>
          <a:srcRect/>
          <a:stretch/>
        </p:blipFill>
        <p:spPr>
          <a:xfrm>
            <a:off x="8461806" y="503453"/>
            <a:ext cx="60521" cy="59267"/>
          </a:xfrm>
          <a:prstGeom prst="rect">
            <a:avLst/>
          </a:prstGeom>
        </p:spPr>
      </p:pic>
      <p:pic>
        <p:nvPicPr>
          <p:cNvPr id="30" name="Image 25" descr="preencoded.png"/>
          <p:cNvPicPr>
            <a:picLocks noChangeAspect="1"/>
          </p:cNvPicPr>
          <p:nvPr/>
        </p:nvPicPr>
        <p:blipFill>
          <a:blip r:embed="rId26"/>
          <a:srcRect b="2"/>
          <a:stretch/>
        </p:blipFill>
        <p:spPr>
          <a:xfrm>
            <a:off x="8491283" y="556135"/>
            <a:ext cx="64911" cy="64597"/>
          </a:xfrm>
          <a:prstGeom prst="rect">
            <a:avLst/>
          </a:prstGeom>
        </p:spPr>
      </p:pic>
      <p:pic>
        <p:nvPicPr>
          <p:cNvPr id="31" name="Image 26" descr="preencoded.png"/>
          <p:cNvPicPr>
            <a:picLocks noChangeAspect="1"/>
          </p:cNvPicPr>
          <p:nvPr/>
        </p:nvPicPr>
        <p:blipFill>
          <a:blip r:embed="rId27"/>
          <a:srcRect r="-2"/>
          <a:stretch/>
        </p:blipFill>
        <p:spPr>
          <a:xfrm>
            <a:off x="8538633" y="599722"/>
            <a:ext cx="63971" cy="64284"/>
          </a:xfrm>
          <a:prstGeom prst="rect">
            <a:avLst/>
          </a:prstGeom>
        </p:spPr>
      </p:pic>
      <p:pic>
        <p:nvPicPr>
          <p:cNvPr id="32" name="Image 27" descr="preencoded.png"/>
          <p:cNvPicPr>
            <a:picLocks noChangeAspect="1"/>
          </p:cNvPicPr>
          <p:nvPr/>
        </p:nvPicPr>
        <p:blipFill>
          <a:blip r:embed="rId28"/>
          <a:srcRect r="-2"/>
          <a:stretch/>
        </p:blipFill>
        <p:spPr>
          <a:xfrm>
            <a:off x="8602483" y="634515"/>
            <a:ext cx="52924" cy="49575"/>
          </a:xfrm>
          <a:prstGeom prst="rect">
            <a:avLst/>
          </a:prstGeom>
        </p:spPr>
      </p:pic>
      <p:pic>
        <p:nvPicPr>
          <p:cNvPr id="33" name="Image 28" descr="preencoded.png"/>
          <p:cNvPicPr>
            <a:picLocks noChangeAspect="1"/>
          </p:cNvPicPr>
          <p:nvPr/>
        </p:nvPicPr>
        <p:blipFill>
          <a:blip r:embed="rId29"/>
          <a:srcRect r="2" b="2"/>
          <a:stretch/>
        </p:blipFill>
        <p:spPr>
          <a:xfrm>
            <a:off x="8670023" y="643937"/>
            <a:ext cx="45155" cy="47977"/>
          </a:xfrm>
          <a:prstGeom prst="rect">
            <a:avLst/>
          </a:prstGeom>
        </p:spPr>
      </p:pic>
      <p:pic>
        <p:nvPicPr>
          <p:cNvPr id="34" name="Image 29" descr="preencoded.png"/>
          <p:cNvPicPr>
            <a:picLocks noChangeAspect="1"/>
          </p:cNvPicPr>
          <p:nvPr/>
        </p:nvPicPr>
        <p:blipFill>
          <a:blip r:embed="rId30"/>
          <a:srcRect r="-2"/>
          <a:stretch/>
        </p:blipFill>
        <p:spPr>
          <a:xfrm>
            <a:off x="8729997" y="632402"/>
            <a:ext cx="51895" cy="49724"/>
          </a:xfrm>
          <a:prstGeom prst="rect">
            <a:avLst/>
          </a:prstGeom>
        </p:spPr>
      </p:pic>
      <p:pic>
        <p:nvPicPr>
          <p:cNvPr id="35" name="Image 30" descr="preencoded.png"/>
          <p:cNvPicPr>
            <a:picLocks noChangeAspect="1"/>
          </p:cNvPicPr>
          <p:nvPr/>
        </p:nvPicPr>
        <p:blipFill>
          <a:blip r:embed="rId31"/>
          <a:srcRect r="2"/>
          <a:stretch/>
        </p:blipFill>
        <p:spPr>
          <a:xfrm>
            <a:off x="8784166" y="596900"/>
            <a:ext cx="58639" cy="66165"/>
          </a:xfrm>
          <a:prstGeom prst="rect">
            <a:avLst/>
          </a:prstGeom>
        </p:spPr>
      </p:pic>
      <p:pic>
        <p:nvPicPr>
          <p:cNvPr id="36" name="Image 31" descr="preencoded.png"/>
          <p:cNvPicPr>
            <a:picLocks noChangeAspect="1"/>
          </p:cNvPicPr>
          <p:nvPr/>
        </p:nvPicPr>
        <p:blipFill>
          <a:blip r:embed="rId32"/>
          <a:srcRect/>
          <a:stretch/>
        </p:blipFill>
        <p:spPr>
          <a:xfrm>
            <a:off x="8824618" y="552058"/>
            <a:ext cx="64911" cy="64284"/>
          </a:xfrm>
          <a:prstGeom prst="rect">
            <a:avLst/>
          </a:prstGeom>
        </p:spPr>
      </p:pic>
      <p:pic>
        <p:nvPicPr>
          <p:cNvPr id="37" name="Image 32" descr="preencoded.png"/>
          <p:cNvPicPr>
            <a:picLocks noChangeAspect="1"/>
          </p:cNvPicPr>
          <p:nvPr/>
        </p:nvPicPr>
        <p:blipFill>
          <a:blip r:embed="rId33"/>
          <a:srcRect/>
          <a:stretch/>
        </p:blipFill>
        <p:spPr>
          <a:xfrm>
            <a:off x="8862895" y="503453"/>
            <a:ext cx="49918" cy="49988"/>
          </a:xfrm>
          <a:prstGeom prst="rect">
            <a:avLst/>
          </a:prstGeom>
        </p:spPr>
      </p:pic>
      <p:pic>
        <p:nvPicPr>
          <p:cNvPr id="38" name="Image 33" descr="preencoded.png"/>
          <p:cNvPicPr>
            <a:picLocks noChangeAspect="1"/>
          </p:cNvPicPr>
          <p:nvPr/>
        </p:nvPicPr>
        <p:blipFill>
          <a:blip r:embed="rId34"/>
          <a:srcRect/>
          <a:stretch/>
        </p:blipFill>
        <p:spPr>
          <a:xfrm>
            <a:off x="8458357" y="356070"/>
            <a:ext cx="50843" cy="58012"/>
          </a:xfrm>
          <a:prstGeom prst="rect">
            <a:avLst/>
          </a:prstGeom>
        </p:spPr>
      </p:pic>
      <p:pic>
        <p:nvPicPr>
          <p:cNvPr id="39" name="Image 34" descr="preencoded.png"/>
          <p:cNvPicPr>
            <a:picLocks noChangeAspect="1"/>
          </p:cNvPicPr>
          <p:nvPr/>
        </p:nvPicPr>
        <p:blipFill>
          <a:blip r:embed="rId35"/>
          <a:srcRect/>
          <a:stretch/>
        </p:blipFill>
        <p:spPr>
          <a:xfrm>
            <a:off x="8481248" y="306838"/>
            <a:ext cx="64284" cy="63657"/>
          </a:xfrm>
          <a:prstGeom prst="rect">
            <a:avLst/>
          </a:prstGeom>
        </p:spPr>
      </p:pic>
      <p:pic>
        <p:nvPicPr>
          <p:cNvPr id="40" name="Image 35" descr="preencoded.png"/>
          <p:cNvPicPr>
            <a:picLocks noChangeAspect="1"/>
          </p:cNvPicPr>
          <p:nvPr/>
        </p:nvPicPr>
        <p:blipFill>
          <a:blip r:embed="rId36"/>
          <a:srcRect/>
          <a:stretch/>
        </p:blipFill>
        <p:spPr>
          <a:xfrm>
            <a:off x="8519818" y="262624"/>
            <a:ext cx="64911" cy="65225"/>
          </a:xfrm>
          <a:prstGeom prst="rect">
            <a:avLst/>
          </a:prstGeom>
        </p:spPr>
      </p:pic>
      <p:pic>
        <p:nvPicPr>
          <p:cNvPr id="41" name="Image 36" descr="preencoded.png"/>
          <p:cNvPicPr>
            <a:picLocks noChangeAspect="1"/>
          </p:cNvPicPr>
          <p:nvPr/>
        </p:nvPicPr>
        <p:blipFill>
          <a:blip r:embed="rId37"/>
          <a:srcRect r="-2"/>
          <a:stretch/>
        </p:blipFill>
        <p:spPr>
          <a:xfrm>
            <a:off x="8570932" y="240137"/>
            <a:ext cx="54407" cy="55412"/>
          </a:xfrm>
          <a:prstGeom prst="rect">
            <a:avLst/>
          </a:prstGeom>
        </p:spPr>
      </p:pic>
      <p:pic>
        <p:nvPicPr>
          <p:cNvPr id="42" name="Image 37" descr="preencoded.png"/>
          <p:cNvPicPr>
            <a:picLocks noChangeAspect="1"/>
          </p:cNvPicPr>
          <p:nvPr/>
        </p:nvPicPr>
        <p:blipFill>
          <a:blip r:embed="rId38"/>
          <a:srcRect/>
          <a:stretch/>
        </p:blipFill>
        <p:spPr>
          <a:xfrm>
            <a:off x="8625496" y="222485"/>
            <a:ext cx="46410" cy="53622"/>
          </a:xfrm>
          <a:prstGeom prst="rect">
            <a:avLst/>
          </a:prstGeom>
        </p:spPr>
      </p:pic>
      <p:pic>
        <p:nvPicPr>
          <p:cNvPr id="43" name="Image 38" descr="preencoded.png"/>
          <p:cNvPicPr>
            <a:picLocks noChangeAspect="1"/>
          </p:cNvPicPr>
          <p:nvPr/>
        </p:nvPicPr>
        <p:blipFill>
          <a:blip r:embed="rId39"/>
          <a:srcRect/>
          <a:stretch/>
        </p:blipFill>
        <p:spPr>
          <a:xfrm>
            <a:off x="8676923" y="221545"/>
            <a:ext cx="43588" cy="47664"/>
          </a:xfrm>
          <a:prstGeom prst="rect">
            <a:avLst/>
          </a:prstGeom>
        </p:spPr>
      </p:pic>
      <p:pic>
        <p:nvPicPr>
          <p:cNvPr id="44" name="Image 39" descr="preencoded.png"/>
          <p:cNvPicPr>
            <a:picLocks noChangeAspect="1"/>
          </p:cNvPicPr>
          <p:nvPr/>
        </p:nvPicPr>
        <p:blipFill>
          <a:blip r:embed="rId40"/>
          <a:srcRect/>
          <a:stretch/>
        </p:blipFill>
        <p:spPr>
          <a:xfrm>
            <a:off x="8725982" y="231032"/>
            <a:ext cx="50031" cy="49265"/>
          </a:xfrm>
          <a:prstGeom prst="rect">
            <a:avLst/>
          </a:prstGeom>
        </p:spPr>
      </p:pic>
      <p:pic>
        <p:nvPicPr>
          <p:cNvPr id="45" name="Image 40" descr="preencoded.png"/>
          <p:cNvPicPr>
            <a:picLocks noChangeAspect="1"/>
          </p:cNvPicPr>
          <p:nvPr/>
        </p:nvPicPr>
        <p:blipFill>
          <a:blip r:embed="rId41"/>
          <a:srcRect b="-2"/>
          <a:stretch/>
        </p:blipFill>
        <p:spPr>
          <a:xfrm>
            <a:off x="8767860" y="244750"/>
            <a:ext cx="63343" cy="63971"/>
          </a:xfrm>
          <a:prstGeom prst="rect">
            <a:avLst/>
          </a:prstGeom>
        </p:spPr>
      </p:pic>
      <p:pic>
        <p:nvPicPr>
          <p:cNvPr id="46" name="Image 41" descr="preencoded.png"/>
          <p:cNvPicPr>
            <a:picLocks noChangeAspect="1"/>
          </p:cNvPicPr>
          <p:nvPr/>
        </p:nvPicPr>
        <p:blipFill>
          <a:blip r:embed="rId42"/>
          <a:srcRect r="2"/>
          <a:stretch/>
        </p:blipFill>
        <p:spPr>
          <a:xfrm>
            <a:off x="8818974" y="277989"/>
            <a:ext cx="53308" cy="52995"/>
          </a:xfrm>
          <a:prstGeom prst="rect">
            <a:avLst/>
          </a:prstGeom>
        </p:spPr>
      </p:pic>
      <p:pic>
        <p:nvPicPr>
          <p:cNvPr id="47" name="Image 42" descr="preencoded.png"/>
          <p:cNvPicPr>
            <a:picLocks noChangeAspect="1"/>
          </p:cNvPicPr>
          <p:nvPr/>
        </p:nvPicPr>
        <p:blipFill>
          <a:blip r:embed="rId43"/>
          <a:srcRect/>
          <a:stretch/>
        </p:blipFill>
        <p:spPr>
          <a:xfrm>
            <a:off x="8840298" y="320008"/>
            <a:ext cx="59580" cy="56758"/>
          </a:xfrm>
          <a:prstGeom prst="rect">
            <a:avLst/>
          </a:prstGeom>
        </p:spPr>
      </p:pic>
      <p:pic>
        <p:nvPicPr>
          <p:cNvPr id="48" name="Image 43" descr="preencoded.png"/>
          <p:cNvPicPr>
            <a:picLocks noChangeAspect="1"/>
          </p:cNvPicPr>
          <p:nvPr/>
        </p:nvPicPr>
        <p:blipFill>
          <a:blip r:embed="rId44"/>
          <a:srcRect/>
          <a:stretch/>
        </p:blipFill>
        <p:spPr>
          <a:xfrm>
            <a:off x="8865071" y="362969"/>
            <a:ext cx="53622" cy="43274"/>
          </a:xfrm>
          <a:prstGeom prst="rect">
            <a:avLst/>
          </a:prstGeom>
        </p:spPr>
      </p:pic>
      <p:sp>
        <p:nvSpPr>
          <p:cNvPr id="49" name="Shape 3"/>
          <p:cNvSpPr/>
          <p:nvPr/>
        </p:nvSpPr>
        <p:spPr>
          <a:xfrm>
            <a:off x="190500" y="1200150"/>
            <a:ext cx="8763000" cy="2447925"/>
          </a:xfrm>
          <a:prstGeom prst="rect">
            <a:avLst/>
          </a:prstGeom>
          <a:noFill/>
          <a:ln/>
        </p:spPr>
      </p:sp>
      <p:sp>
        <p:nvSpPr>
          <p:cNvPr id="50" name="Shape 4"/>
          <p:cNvSpPr/>
          <p:nvPr/>
        </p:nvSpPr>
        <p:spPr>
          <a:xfrm>
            <a:off x="190500" y="1200150"/>
            <a:ext cx="2047875" cy="2447925"/>
          </a:xfrm>
          <a:prstGeom prst="rect">
            <a:avLst/>
          </a:prstGeom>
          <a:noFill/>
          <a:ln/>
        </p:spPr>
      </p:sp>
      <p:pic>
        <p:nvPicPr>
          <p:cNvPr id="51" name="Image 44" descr="preencoded.png"/>
          <p:cNvPicPr>
            <a:picLocks noChangeAspect="1"/>
          </p:cNvPicPr>
          <p:nvPr/>
        </p:nvPicPr>
        <p:blipFill>
          <a:blip r:embed="rId45"/>
          <a:srcRect/>
          <a:stretch/>
        </p:blipFill>
        <p:spPr>
          <a:xfrm>
            <a:off x="190500" y="1200150"/>
            <a:ext cx="2047875" cy="2047875"/>
          </a:xfrm>
          <a:prstGeom prst="rect">
            <a:avLst/>
          </a:prstGeom>
        </p:spPr>
      </p:pic>
      <p:sp>
        <p:nvSpPr>
          <p:cNvPr id="52" name="Shape 5"/>
          <p:cNvSpPr/>
          <p:nvPr/>
        </p:nvSpPr>
        <p:spPr>
          <a:xfrm>
            <a:off x="190500" y="3343275"/>
            <a:ext cx="2047875" cy="304800"/>
          </a:xfrm>
          <a:prstGeom prst="rect">
            <a:avLst/>
          </a:prstGeom>
          <a:noFill/>
          <a:ln/>
        </p:spPr>
      </p:sp>
      <p:sp>
        <p:nvSpPr>
          <p:cNvPr id="53" name="Text 6"/>
          <p:cNvSpPr/>
          <p:nvPr/>
        </p:nvSpPr>
        <p:spPr>
          <a:xfrm>
            <a:off x="190500" y="3343275"/>
            <a:ext cx="20478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83"/>
              </a:lnSpc>
            </a:pPr>
            <a:r>
              <a:rPr lang="ru-RU" sz="1425" dirty="0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Илья Коломийченко</a:t>
            </a:r>
            <a:endParaRPr lang="en-US" sz="1425" dirty="0"/>
          </a:p>
        </p:txBody>
      </p:sp>
      <p:sp>
        <p:nvSpPr>
          <p:cNvPr id="54" name="Text 7"/>
          <p:cNvSpPr/>
          <p:nvPr/>
        </p:nvSpPr>
        <p:spPr>
          <a:xfrm>
            <a:off x="190500" y="3552825"/>
            <a:ext cx="20478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998" dirty="0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DevOps</a:t>
            </a:r>
            <a:endParaRPr lang="en-US" sz="998" dirty="0"/>
          </a:p>
        </p:txBody>
      </p:sp>
      <p:sp>
        <p:nvSpPr>
          <p:cNvPr id="55" name="Shape 8"/>
          <p:cNvSpPr/>
          <p:nvPr/>
        </p:nvSpPr>
        <p:spPr>
          <a:xfrm>
            <a:off x="2428875" y="1200150"/>
            <a:ext cx="2047875" cy="2447925"/>
          </a:xfrm>
          <a:prstGeom prst="rect">
            <a:avLst/>
          </a:prstGeom>
          <a:noFill/>
          <a:ln/>
        </p:spPr>
      </p:sp>
      <p:pic>
        <p:nvPicPr>
          <p:cNvPr id="56" name="Image 45" descr="preencoded.png"/>
          <p:cNvPicPr>
            <a:picLocks noChangeAspect="1"/>
          </p:cNvPicPr>
          <p:nvPr/>
        </p:nvPicPr>
        <p:blipFill>
          <a:blip r:embed="rId45"/>
          <a:srcRect/>
          <a:stretch/>
        </p:blipFill>
        <p:spPr>
          <a:xfrm>
            <a:off x="2428875" y="1200150"/>
            <a:ext cx="2047875" cy="2047875"/>
          </a:xfrm>
          <a:prstGeom prst="rect">
            <a:avLst/>
          </a:prstGeom>
        </p:spPr>
      </p:pic>
      <p:sp>
        <p:nvSpPr>
          <p:cNvPr id="57" name="Shape 9"/>
          <p:cNvSpPr/>
          <p:nvPr/>
        </p:nvSpPr>
        <p:spPr>
          <a:xfrm>
            <a:off x="2428875" y="3343275"/>
            <a:ext cx="2047875" cy="304800"/>
          </a:xfrm>
          <a:prstGeom prst="rect">
            <a:avLst/>
          </a:prstGeom>
          <a:noFill/>
          <a:ln/>
        </p:spPr>
      </p:sp>
      <p:sp>
        <p:nvSpPr>
          <p:cNvPr id="58" name="Text 10"/>
          <p:cNvSpPr/>
          <p:nvPr/>
        </p:nvSpPr>
        <p:spPr>
          <a:xfrm>
            <a:off x="2428875" y="3343275"/>
            <a:ext cx="20478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3"/>
              </a:lnSpc>
              <a:buNone/>
            </a:pPr>
            <a:r>
              <a:rPr lang="ru-RU" sz="1425" dirty="0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</a:rPr>
              <a:t>Макар </a:t>
            </a:r>
            <a:r>
              <a:rPr lang="ru-RU" sz="1425" dirty="0" err="1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</a:rPr>
              <a:t>Бущенко</a:t>
            </a:r>
            <a:endParaRPr lang="en-US" sz="1425" dirty="0"/>
          </a:p>
        </p:txBody>
      </p:sp>
      <p:sp>
        <p:nvSpPr>
          <p:cNvPr id="59" name="Text 11"/>
          <p:cNvSpPr/>
          <p:nvPr/>
        </p:nvSpPr>
        <p:spPr>
          <a:xfrm>
            <a:off x="2428875" y="3552825"/>
            <a:ext cx="20478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998" dirty="0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Data-Scientist</a:t>
            </a:r>
            <a:endParaRPr lang="en-US" sz="998" dirty="0"/>
          </a:p>
        </p:txBody>
      </p:sp>
      <p:sp>
        <p:nvSpPr>
          <p:cNvPr id="60" name="Shape 12"/>
          <p:cNvSpPr/>
          <p:nvPr/>
        </p:nvSpPr>
        <p:spPr>
          <a:xfrm>
            <a:off x="4667250" y="1200150"/>
            <a:ext cx="2047875" cy="2447925"/>
          </a:xfrm>
          <a:prstGeom prst="rect">
            <a:avLst/>
          </a:prstGeom>
          <a:noFill/>
          <a:ln/>
        </p:spPr>
      </p:sp>
      <p:pic>
        <p:nvPicPr>
          <p:cNvPr id="61" name="Image 46" descr="preencoded.png"/>
          <p:cNvPicPr>
            <a:picLocks noChangeAspect="1"/>
          </p:cNvPicPr>
          <p:nvPr/>
        </p:nvPicPr>
        <p:blipFill>
          <a:blip r:embed="rId45"/>
          <a:srcRect/>
          <a:stretch/>
        </p:blipFill>
        <p:spPr>
          <a:xfrm>
            <a:off x="4667250" y="1200150"/>
            <a:ext cx="2047875" cy="2047875"/>
          </a:xfrm>
          <a:prstGeom prst="rect">
            <a:avLst/>
          </a:prstGeom>
        </p:spPr>
      </p:pic>
      <p:sp>
        <p:nvSpPr>
          <p:cNvPr id="62" name="Shape 13"/>
          <p:cNvSpPr/>
          <p:nvPr/>
        </p:nvSpPr>
        <p:spPr>
          <a:xfrm>
            <a:off x="4667250" y="3343275"/>
            <a:ext cx="2047875" cy="304800"/>
          </a:xfrm>
          <a:prstGeom prst="rect">
            <a:avLst/>
          </a:prstGeom>
          <a:noFill/>
          <a:ln/>
        </p:spPr>
      </p:sp>
      <p:sp>
        <p:nvSpPr>
          <p:cNvPr id="63" name="Text 14"/>
          <p:cNvSpPr/>
          <p:nvPr/>
        </p:nvSpPr>
        <p:spPr>
          <a:xfrm>
            <a:off x="4667250" y="3343275"/>
            <a:ext cx="20478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3"/>
              </a:lnSpc>
              <a:buNone/>
            </a:pPr>
            <a:r>
              <a:rPr lang="ru-RU" sz="1425" dirty="0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</a:rPr>
              <a:t>Олег Городецкий</a:t>
            </a:r>
            <a:endParaRPr lang="en-US" sz="1425" dirty="0"/>
          </a:p>
        </p:txBody>
      </p:sp>
      <p:sp>
        <p:nvSpPr>
          <p:cNvPr id="64" name="Text 15"/>
          <p:cNvSpPr/>
          <p:nvPr/>
        </p:nvSpPr>
        <p:spPr>
          <a:xfrm>
            <a:off x="4667250" y="3552825"/>
            <a:ext cx="20478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998" dirty="0" err="1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</a:rPr>
              <a:t>Frotend</a:t>
            </a:r>
            <a:endParaRPr lang="en-US" sz="998" dirty="0"/>
          </a:p>
        </p:txBody>
      </p:sp>
      <p:sp>
        <p:nvSpPr>
          <p:cNvPr id="65" name="Shape 16"/>
          <p:cNvSpPr/>
          <p:nvPr/>
        </p:nvSpPr>
        <p:spPr>
          <a:xfrm>
            <a:off x="6905625" y="1200150"/>
            <a:ext cx="2047875" cy="2447925"/>
          </a:xfrm>
          <a:prstGeom prst="rect">
            <a:avLst/>
          </a:prstGeom>
          <a:noFill/>
          <a:ln/>
        </p:spPr>
      </p:sp>
      <p:pic>
        <p:nvPicPr>
          <p:cNvPr id="66" name="Image 47" descr="preencoded.png"/>
          <p:cNvPicPr>
            <a:picLocks noChangeAspect="1"/>
          </p:cNvPicPr>
          <p:nvPr/>
        </p:nvPicPr>
        <p:blipFill>
          <a:blip r:embed="rId45"/>
          <a:srcRect/>
          <a:stretch/>
        </p:blipFill>
        <p:spPr>
          <a:xfrm>
            <a:off x="6905625" y="1200150"/>
            <a:ext cx="2047875" cy="2047875"/>
          </a:xfrm>
          <a:prstGeom prst="rect">
            <a:avLst/>
          </a:prstGeom>
        </p:spPr>
      </p:pic>
      <p:sp>
        <p:nvSpPr>
          <p:cNvPr id="67" name="Shape 17"/>
          <p:cNvSpPr/>
          <p:nvPr/>
        </p:nvSpPr>
        <p:spPr>
          <a:xfrm>
            <a:off x="6905625" y="3343275"/>
            <a:ext cx="2047875" cy="304800"/>
          </a:xfrm>
          <a:prstGeom prst="rect">
            <a:avLst/>
          </a:prstGeom>
          <a:noFill/>
          <a:ln/>
        </p:spPr>
      </p:sp>
      <p:pic>
        <p:nvPicPr>
          <p:cNvPr id="70" name="Image 48" descr="preencoded.png"/>
          <p:cNvPicPr>
            <a:picLocks noChangeAspect="1"/>
          </p:cNvPicPr>
          <p:nvPr/>
        </p:nvPicPr>
        <p:blipFill>
          <a:blip r:embed="rId46"/>
          <a:srcRect b="3341"/>
          <a:stretch/>
        </p:blipFill>
        <p:spPr>
          <a:xfrm>
            <a:off x="6905625" y="3076575"/>
            <a:ext cx="2138363" cy="2066925"/>
          </a:xfrm>
          <a:prstGeom prst="rect">
            <a:avLst/>
          </a:prstGeom>
        </p:spPr>
      </p:pic>
      <p:sp>
        <p:nvSpPr>
          <p:cNvPr id="68" name="Text 18"/>
          <p:cNvSpPr/>
          <p:nvPr/>
        </p:nvSpPr>
        <p:spPr>
          <a:xfrm>
            <a:off x="6905625" y="3343275"/>
            <a:ext cx="20478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3"/>
              </a:lnSpc>
              <a:buNone/>
            </a:pPr>
            <a:r>
              <a:rPr lang="ru-RU" sz="1425" dirty="0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</a:rPr>
              <a:t>Даниил Жилин</a:t>
            </a:r>
            <a:endParaRPr lang="en-US" sz="1425" dirty="0"/>
          </a:p>
        </p:txBody>
      </p:sp>
      <p:sp>
        <p:nvSpPr>
          <p:cNvPr id="69" name="Text 19"/>
          <p:cNvSpPr/>
          <p:nvPr/>
        </p:nvSpPr>
        <p:spPr>
          <a:xfrm>
            <a:off x="6905625" y="3552825"/>
            <a:ext cx="20478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998" dirty="0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</a:rPr>
              <a:t>Backend</a:t>
            </a:r>
            <a:endParaRPr lang="en-US" sz="998" dirty="0"/>
          </a:p>
        </p:txBody>
      </p:sp>
      <p:pic>
        <p:nvPicPr>
          <p:cNvPr id="72" name="Рисунок 71">
            <a:extLst>
              <a:ext uri="{FF2B5EF4-FFF2-40B4-BE49-F238E27FC236}">
                <a16:creationId xmlns:a16="http://schemas.microsoft.com/office/drawing/2014/main" id="{3C09135B-03DC-F758-6A1D-39AEB4DED821}"/>
              </a:ext>
            </a:extLst>
          </p:cNvPr>
          <p:cNvPicPr>
            <a:picLocks noChangeAspect="1"/>
          </p:cNvPicPr>
          <p:nvPr/>
        </p:nvPicPr>
        <p:blipFill>
          <a:blip r:embed="rId47"/>
          <a:srcRect t="12350" r="10765" b="16331"/>
          <a:stretch>
            <a:fillRect/>
          </a:stretch>
        </p:blipFill>
        <p:spPr>
          <a:xfrm>
            <a:off x="190500" y="1209675"/>
            <a:ext cx="2047875" cy="2047875"/>
          </a:xfrm>
          <a:prstGeom prst="rect">
            <a:avLst/>
          </a:prstGeom>
        </p:spPr>
      </p:pic>
      <p:pic>
        <p:nvPicPr>
          <p:cNvPr id="74" name="Рисунок 73">
            <a:extLst>
              <a:ext uri="{FF2B5EF4-FFF2-40B4-BE49-F238E27FC236}">
                <a16:creationId xmlns:a16="http://schemas.microsoft.com/office/drawing/2014/main" id="{B0F68F3F-916D-E586-E654-B5942AFF04A7}"/>
              </a:ext>
            </a:extLst>
      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2428875" y="1200150"/>
            <a:ext cx="2047875" cy="2047875"/>
          </a:xfrm>
          <a:prstGeom prst="rect">
            <a:avLst/>
          </a:prstGeom>
        </p:spPr>
      </p:pic>
      <p:pic>
        <p:nvPicPr>
          <p:cNvPr id="76" name="Рисунок 75">
            <a:extLst>
              <a:ext uri="{FF2B5EF4-FFF2-40B4-BE49-F238E27FC236}">
                <a16:creationId xmlns:a16="http://schemas.microsoft.com/office/drawing/2014/main" id="{50DCC649-E1A0-8A20-8CA6-DB6B38E4D290}"/>
              </a:ext>
            </a:extLst>
          </p:cNvPr>
          <p:cNvPicPr>
            <a:picLocks noChangeAspect="1"/>
          </p:cNvPicPr>
          <p:nvPr/>
        </p:nvPicPr>
        <p:blipFill>
          <a:blip r:embed="rId49"/>
          <a:srcRect l="875" t="30739" r="12519" b="4306"/>
          <a:stretch>
            <a:fillRect/>
          </a:stretch>
        </p:blipFill>
        <p:spPr>
          <a:xfrm>
            <a:off x="4667250" y="1200150"/>
            <a:ext cx="2047875" cy="2047875"/>
          </a:xfrm>
          <a:prstGeom prst="rect">
            <a:avLst/>
          </a:prstGeom>
        </p:spPr>
      </p:pic>
      <p:pic>
        <p:nvPicPr>
          <p:cNvPr id="78" name="Рисунок 77">
            <a:extLst>
              <a:ext uri="{FF2B5EF4-FFF2-40B4-BE49-F238E27FC236}">
                <a16:creationId xmlns:a16="http://schemas.microsoft.com/office/drawing/2014/main" id="{27340E9F-0C57-D198-7196-F1E60FD7BF6D}"/>
              </a:ext>
            </a:extLst>
          </p:cNvPr>
          <p:cNvPicPr>
            <a:picLocks noChangeAspect="1"/>
          </p:cNvPicPr>
          <p:nvPr/>
        </p:nvPicPr>
        <p:blipFill>
          <a:blip r:embed="rId50"/>
          <a:srcRect l="10467" t="25676" r="10467" b="14931"/>
          <a:stretch>
            <a:fillRect/>
          </a:stretch>
        </p:blipFill>
        <p:spPr>
          <a:xfrm>
            <a:off x="6905625" y="1198398"/>
            <a:ext cx="2047875" cy="20478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42B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88A091-8305-6D10-ED1D-CE78E5A6EC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3AF084E-1CF0-5779-6464-D827AF59E7C9}"/>
              </a:ext>
            </a:extLst>
          </p:cNvPr>
          <p:cNvSpPr/>
          <p:nvPr/>
        </p:nvSpPr>
        <p:spPr>
          <a:xfrm>
            <a:off x="190500" y="333375"/>
            <a:ext cx="200501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65"/>
              </a:lnSpc>
              <a:buNone/>
            </a:pPr>
            <a:r>
              <a:rPr lang="en-US" sz="2850" dirty="0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Участники</a:t>
            </a:r>
            <a:endParaRPr lang="en-US" sz="285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A217C6B-97DD-2234-CDB1-D72DB1FAA666}"/>
              </a:ext>
            </a:extLst>
          </p:cNvPr>
          <p:cNvSpPr/>
          <p:nvPr/>
        </p:nvSpPr>
        <p:spPr>
          <a:xfrm>
            <a:off x="7172325" y="190500"/>
            <a:ext cx="1781175" cy="533400"/>
          </a:xfrm>
          <a:prstGeom prst="rect">
            <a:avLst/>
          </a:prstGeom>
          <a:noFill/>
          <a:ln/>
        </p:spPr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2A91FCE3-7411-BD19-6B15-E26751BADAF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172325" y="304800"/>
            <a:ext cx="1095375" cy="304800"/>
          </a:xfrm>
          <a:prstGeom prst="rect">
            <a:avLst/>
          </a:prstGeom>
        </p:spPr>
      </p:pic>
      <p:sp>
        <p:nvSpPr>
          <p:cNvPr id="5" name="Shape 2">
            <a:extLst>
              <a:ext uri="{FF2B5EF4-FFF2-40B4-BE49-F238E27FC236}">
                <a16:creationId xmlns:a16="http://schemas.microsoft.com/office/drawing/2014/main" id="{D14B0237-A348-4A68-F621-D9FDFD744846}"/>
              </a:ext>
            </a:extLst>
          </p:cNvPr>
          <p:cNvSpPr/>
          <p:nvPr/>
        </p:nvSpPr>
        <p:spPr>
          <a:xfrm>
            <a:off x="8420100" y="190500"/>
            <a:ext cx="533400" cy="533400"/>
          </a:xfrm>
          <a:prstGeom prst="rect">
            <a:avLst/>
          </a:prstGeom>
          <a:noFill/>
          <a:ln/>
        </p:spPr>
      </p:sp>
      <p:pic>
        <p:nvPicPr>
          <p:cNvPr id="6" name="Image 1" descr="preencoded.png">
            <a:extLst>
              <a:ext uri="{FF2B5EF4-FFF2-40B4-BE49-F238E27FC236}">
                <a16:creationId xmlns:a16="http://schemas.microsoft.com/office/drawing/2014/main" id="{2904F4E0-6E8F-9A4F-C901-5FD738C6B82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871969" y="445127"/>
            <a:ext cx="15679" cy="22578"/>
          </a:xfrm>
          <a:prstGeom prst="rect">
            <a:avLst/>
          </a:prstGeom>
        </p:spPr>
      </p:pic>
      <p:pic>
        <p:nvPicPr>
          <p:cNvPr id="7" name="Image 2" descr="preencoded.png">
            <a:extLst>
              <a:ext uri="{FF2B5EF4-FFF2-40B4-BE49-F238E27FC236}">
                <a16:creationId xmlns:a16="http://schemas.microsoft.com/office/drawing/2014/main" id="{D60ED2AB-55BF-DAFF-7B5C-F49B0855EDE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889843" y="436033"/>
            <a:ext cx="16306" cy="38884"/>
          </a:xfrm>
          <a:prstGeom prst="rect">
            <a:avLst/>
          </a:prstGeom>
        </p:spPr>
      </p:pic>
      <p:pic>
        <p:nvPicPr>
          <p:cNvPr id="8" name="Image 3" descr="preencoded.png">
            <a:extLst>
              <a:ext uri="{FF2B5EF4-FFF2-40B4-BE49-F238E27FC236}">
                <a16:creationId xmlns:a16="http://schemas.microsoft.com/office/drawing/2014/main" id="{1D0FC300-0373-4242-871B-1B7341C9C33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908031" y="445127"/>
            <a:ext cx="15365" cy="22578"/>
          </a:xfrm>
          <a:prstGeom prst="rect">
            <a:avLst/>
          </a:prstGeom>
        </p:spPr>
      </p:pic>
      <p:pic>
        <p:nvPicPr>
          <p:cNvPr id="9" name="Image 4" descr="preencoded.png">
            <a:extLst>
              <a:ext uri="{FF2B5EF4-FFF2-40B4-BE49-F238E27FC236}">
                <a16:creationId xmlns:a16="http://schemas.microsoft.com/office/drawing/2014/main" id="{211ED397-CC0B-E058-851B-B04E153762A6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449577" y="445127"/>
            <a:ext cx="15993" cy="22578"/>
          </a:xfrm>
          <a:prstGeom prst="rect">
            <a:avLst/>
          </a:prstGeom>
        </p:spPr>
      </p:pic>
      <p:pic>
        <p:nvPicPr>
          <p:cNvPr id="10" name="Image 5" descr="preencoded.png">
            <a:extLst>
              <a:ext uri="{FF2B5EF4-FFF2-40B4-BE49-F238E27FC236}">
                <a16:creationId xmlns:a16="http://schemas.microsoft.com/office/drawing/2014/main" id="{50D4AEE3-9F37-7ED3-0687-821F4DCF9D6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485638" y="445127"/>
            <a:ext cx="15365" cy="22578"/>
          </a:xfrm>
          <a:prstGeom prst="rect">
            <a:avLst/>
          </a:prstGeom>
        </p:spPr>
      </p:pic>
      <p:pic>
        <p:nvPicPr>
          <p:cNvPr id="11" name="Image 6" descr="preencoded.png">
            <a:extLst>
              <a:ext uri="{FF2B5EF4-FFF2-40B4-BE49-F238E27FC236}">
                <a16:creationId xmlns:a16="http://schemas.microsoft.com/office/drawing/2014/main" id="{830A405F-277C-DC1B-9A40-47E8C539583D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428880" y="199280"/>
            <a:ext cx="515526" cy="515526"/>
          </a:xfrm>
          <a:prstGeom prst="rect">
            <a:avLst/>
          </a:prstGeom>
        </p:spPr>
      </p:pic>
      <p:pic>
        <p:nvPicPr>
          <p:cNvPr id="12" name="Image 7" descr="preencoded.png">
            <a:extLst>
              <a:ext uri="{FF2B5EF4-FFF2-40B4-BE49-F238E27FC236}">
                <a16:creationId xmlns:a16="http://schemas.microsoft.com/office/drawing/2014/main" id="{FBF04DD5-DC3C-17CC-85CC-C4570AB82E94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8622382" y="417101"/>
            <a:ext cx="24623" cy="15979"/>
          </a:xfrm>
          <a:prstGeom prst="rect">
            <a:avLst/>
          </a:prstGeom>
        </p:spPr>
      </p:pic>
      <p:pic>
        <p:nvPicPr>
          <p:cNvPr id="13" name="Image 8" descr="preencoded.png">
            <a:extLst>
              <a:ext uri="{FF2B5EF4-FFF2-40B4-BE49-F238E27FC236}">
                <a16:creationId xmlns:a16="http://schemas.microsoft.com/office/drawing/2014/main" id="{B0FB584D-57C7-7A82-3CD4-82B7B91E8CFF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8617059" y="428162"/>
            <a:ext cx="23871" cy="11079"/>
          </a:xfrm>
          <a:prstGeom prst="rect">
            <a:avLst/>
          </a:prstGeom>
        </p:spPr>
      </p:pic>
      <p:pic>
        <p:nvPicPr>
          <p:cNvPr id="14" name="Image 9" descr="preencoded.png">
            <a:extLst>
              <a:ext uri="{FF2B5EF4-FFF2-40B4-BE49-F238E27FC236}">
                <a16:creationId xmlns:a16="http://schemas.microsoft.com/office/drawing/2014/main" id="{7BC686D6-6CCB-4221-FE08-03749270FB3F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8644883" y="412565"/>
            <a:ext cx="9399" cy="10095"/>
          </a:xfrm>
          <a:prstGeom prst="rect">
            <a:avLst/>
          </a:prstGeom>
        </p:spPr>
      </p:pic>
      <p:pic>
        <p:nvPicPr>
          <p:cNvPr id="15" name="Image 10" descr="preencoded.png">
            <a:extLst>
              <a:ext uri="{FF2B5EF4-FFF2-40B4-BE49-F238E27FC236}">
                <a16:creationId xmlns:a16="http://schemas.microsoft.com/office/drawing/2014/main" id="{4C81E41F-480E-5ABC-3747-E2A2C5704CC6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8670651" y="500944"/>
            <a:ext cx="11916" cy="14425"/>
          </a:xfrm>
          <a:prstGeom prst="rect">
            <a:avLst/>
          </a:prstGeom>
        </p:spPr>
      </p:pic>
      <p:pic>
        <p:nvPicPr>
          <p:cNvPr id="16" name="Image 11" descr="preencoded.png">
            <a:extLst>
              <a:ext uri="{FF2B5EF4-FFF2-40B4-BE49-F238E27FC236}">
                <a16:creationId xmlns:a16="http://schemas.microsoft.com/office/drawing/2014/main" id="{3AFE9BD0-6493-5FCC-CA1D-78B8848D5CB0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r="10"/>
          <a:stretch/>
        </p:blipFill>
        <p:spPr>
          <a:xfrm>
            <a:off x="8705772" y="501572"/>
            <a:ext cx="10034" cy="13484"/>
          </a:xfrm>
          <a:prstGeom prst="rect">
            <a:avLst/>
          </a:prstGeom>
        </p:spPr>
      </p:pic>
      <p:pic>
        <p:nvPicPr>
          <p:cNvPr id="17" name="Image 12" descr="preencoded.png">
            <a:extLst>
              <a:ext uri="{FF2B5EF4-FFF2-40B4-BE49-F238E27FC236}">
                <a16:creationId xmlns:a16="http://schemas.microsoft.com/office/drawing/2014/main" id="{B0692AD6-0793-E1C9-4343-2EBDB3D0828E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b="-6"/>
          <a:stretch/>
        </p:blipFill>
        <p:spPr>
          <a:xfrm>
            <a:off x="8670651" y="477426"/>
            <a:ext cx="11916" cy="17625"/>
          </a:xfrm>
          <a:prstGeom prst="rect">
            <a:avLst/>
          </a:prstGeom>
        </p:spPr>
      </p:pic>
      <p:pic>
        <p:nvPicPr>
          <p:cNvPr id="18" name="Image 13" descr="preencoded.png">
            <a:extLst>
              <a:ext uri="{FF2B5EF4-FFF2-40B4-BE49-F238E27FC236}">
                <a16:creationId xmlns:a16="http://schemas.microsoft.com/office/drawing/2014/main" id="{FB4B2812-4E29-B4A3-37D5-231019B6B5E2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8688524" y="501258"/>
            <a:ext cx="10975" cy="14111"/>
          </a:xfrm>
          <a:prstGeom prst="rect">
            <a:avLst/>
          </a:prstGeom>
        </p:spPr>
      </p:pic>
      <p:pic>
        <p:nvPicPr>
          <p:cNvPr id="19" name="Image 14" descr="preencoded.png">
            <a:extLst>
              <a:ext uri="{FF2B5EF4-FFF2-40B4-BE49-F238E27FC236}">
                <a16:creationId xmlns:a16="http://schemas.microsoft.com/office/drawing/2014/main" id="{FD795873-EA3E-7FB4-C6D4-94A2E4E93B64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8688838" y="479307"/>
            <a:ext cx="10975" cy="16057"/>
          </a:xfrm>
          <a:prstGeom prst="rect">
            <a:avLst/>
          </a:prstGeom>
        </p:spPr>
      </p:pic>
      <p:pic>
        <p:nvPicPr>
          <p:cNvPr id="20" name="Image 15" descr="preencoded.png">
            <a:extLst>
              <a:ext uri="{FF2B5EF4-FFF2-40B4-BE49-F238E27FC236}">
                <a16:creationId xmlns:a16="http://schemas.microsoft.com/office/drawing/2014/main" id="{FD522498-DB58-7F32-CFD4-C7617DFEC29C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 r="-5"/>
          <a:stretch/>
        </p:blipFill>
        <p:spPr>
          <a:xfrm>
            <a:off x="8708653" y="447903"/>
            <a:ext cx="19321" cy="5739"/>
          </a:xfrm>
          <a:prstGeom prst="rect">
            <a:avLst/>
          </a:prstGeom>
        </p:spPr>
      </p:pic>
      <p:pic>
        <p:nvPicPr>
          <p:cNvPr id="21" name="Image 16" descr="preencoded.png">
            <a:extLst>
              <a:ext uri="{FF2B5EF4-FFF2-40B4-BE49-F238E27FC236}">
                <a16:creationId xmlns:a16="http://schemas.microsoft.com/office/drawing/2014/main" id="{62BEB363-3836-1B14-6442-3E513C6A7276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8669710" y="457357"/>
            <a:ext cx="15679" cy="5017"/>
          </a:xfrm>
          <a:prstGeom prst="rect">
            <a:avLst/>
          </a:prstGeom>
        </p:spPr>
      </p:pic>
      <p:pic>
        <p:nvPicPr>
          <p:cNvPr id="22" name="Image 17" descr="preencoded.png">
            <a:extLst>
              <a:ext uri="{FF2B5EF4-FFF2-40B4-BE49-F238E27FC236}">
                <a16:creationId xmlns:a16="http://schemas.microsoft.com/office/drawing/2014/main" id="{FBEA390F-93AB-EE17-1B05-41BCDC725734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8614546" y="543399"/>
            <a:ext cx="36762" cy="7590"/>
          </a:xfrm>
          <a:prstGeom prst="rect">
            <a:avLst/>
          </a:prstGeom>
        </p:spPr>
      </p:pic>
      <p:pic>
        <p:nvPicPr>
          <p:cNvPr id="23" name="Image 18" descr="preencoded.png">
            <a:extLst>
              <a:ext uri="{FF2B5EF4-FFF2-40B4-BE49-F238E27FC236}">
                <a16:creationId xmlns:a16="http://schemas.microsoft.com/office/drawing/2014/main" id="{5F96F4B2-98D2-1DC6-4407-210CAF46433C}"/>
              </a:ext>
            </a:extLst>
          </p:cNvPr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8745789" y="565330"/>
            <a:ext cx="51612" cy="10049"/>
          </a:xfrm>
          <a:prstGeom prst="rect">
            <a:avLst/>
          </a:prstGeom>
        </p:spPr>
      </p:pic>
      <p:pic>
        <p:nvPicPr>
          <p:cNvPr id="24" name="Image 19" descr="preencoded.png">
            <a:extLst>
              <a:ext uri="{FF2B5EF4-FFF2-40B4-BE49-F238E27FC236}">
                <a16:creationId xmlns:a16="http://schemas.microsoft.com/office/drawing/2014/main" id="{87CD426B-1563-5DD3-0456-F935C7A9B65A}"/>
              </a:ext>
            </a:extLst>
          </p:cNvPr>
          <p:cNvPicPr>
            <a:picLocks noChangeAspect="1"/>
          </p:cNvPicPr>
          <p:nvPr/>
        </p:nvPicPr>
        <p:blipFill>
          <a:blip r:embed="rId20"/>
          <a:srcRect r="2"/>
          <a:stretch/>
        </p:blipFill>
        <p:spPr>
          <a:xfrm>
            <a:off x="8673837" y="553647"/>
            <a:ext cx="46661" cy="9229"/>
          </a:xfrm>
          <a:prstGeom prst="rect">
            <a:avLst/>
          </a:prstGeom>
        </p:spPr>
      </p:pic>
      <p:pic>
        <p:nvPicPr>
          <p:cNvPr id="25" name="Image 20" descr="preencoded.png">
            <a:extLst>
              <a:ext uri="{FF2B5EF4-FFF2-40B4-BE49-F238E27FC236}">
                <a16:creationId xmlns:a16="http://schemas.microsoft.com/office/drawing/2014/main" id="{F9B91477-3F29-7736-E665-3F159402C7D7}"/>
              </a:ext>
            </a:extLst>
          </p:cNvPr>
          <p:cNvPicPr>
            <a:picLocks noChangeAspect="1"/>
          </p:cNvPicPr>
          <p:nvPr/>
        </p:nvPicPr>
        <p:blipFill>
          <a:blip r:embed="rId21"/>
          <a:srcRect/>
          <a:stretch/>
        </p:blipFill>
        <p:spPr>
          <a:xfrm>
            <a:off x="8517937" y="288337"/>
            <a:ext cx="337412" cy="337412"/>
          </a:xfrm>
          <a:prstGeom prst="rect">
            <a:avLst/>
          </a:prstGeom>
        </p:spPr>
      </p:pic>
      <p:pic>
        <p:nvPicPr>
          <p:cNvPr id="26" name="Image 21" descr="preencoded.png">
            <a:extLst>
              <a:ext uri="{FF2B5EF4-FFF2-40B4-BE49-F238E27FC236}">
                <a16:creationId xmlns:a16="http://schemas.microsoft.com/office/drawing/2014/main" id="{A122BDEB-EC10-7BE5-7B1B-0EDF72989F26}"/>
              </a:ext>
            </a:extLst>
          </p:cNvPr>
          <p:cNvPicPr>
            <a:picLocks noChangeAspect="1"/>
          </p:cNvPicPr>
          <p:nvPr/>
        </p:nvPicPr>
        <p:blipFill>
          <a:blip r:embed="rId22"/>
          <a:srcRect r="-9"/>
          <a:stretch/>
        </p:blipFill>
        <p:spPr>
          <a:xfrm>
            <a:off x="8658108" y="436347"/>
            <a:ext cx="11603" cy="8153"/>
          </a:xfrm>
          <a:prstGeom prst="rect">
            <a:avLst/>
          </a:prstGeom>
        </p:spPr>
      </p:pic>
      <p:pic>
        <p:nvPicPr>
          <p:cNvPr id="27" name="Image 22" descr="preencoded.png">
            <a:extLst>
              <a:ext uri="{FF2B5EF4-FFF2-40B4-BE49-F238E27FC236}">
                <a16:creationId xmlns:a16="http://schemas.microsoft.com/office/drawing/2014/main" id="{0A6932EB-D279-FC63-5A4F-7678B43B1B2C}"/>
              </a:ext>
            </a:extLst>
          </p:cNvPr>
          <p:cNvPicPr>
            <a:picLocks noChangeAspect="1"/>
          </p:cNvPicPr>
          <p:nvPr/>
        </p:nvPicPr>
        <p:blipFill>
          <a:blip r:embed="rId23"/>
          <a:srcRect/>
          <a:stretch/>
        </p:blipFill>
        <p:spPr>
          <a:xfrm>
            <a:off x="8670651" y="432897"/>
            <a:ext cx="15679" cy="5644"/>
          </a:xfrm>
          <a:prstGeom prst="rect">
            <a:avLst/>
          </a:prstGeom>
        </p:spPr>
      </p:pic>
      <p:pic>
        <p:nvPicPr>
          <p:cNvPr id="28" name="Image 23" descr="preencoded.png">
            <a:extLst>
              <a:ext uri="{FF2B5EF4-FFF2-40B4-BE49-F238E27FC236}">
                <a16:creationId xmlns:a16="http://schemas.microsoft.com/office/drawing/2014/main" id="{6B3AD5D3-63A9-5002-73E2-22CE9641EAE9}"/>
              </a:ext>
            </a:extLst>
          </p:cNvPr>
          <p:cNvPicPr>
            <a:picLocks noChangeAspect="1"/>
          </p:cNvPicPr>
          <p:nvPr/>
        </p:nvPicPr>
        <p:blipFill>
          <a:blip r:embed="rId24"/>
          <a:srcRect/>
          <a:stretch/>
        </p:blipFill>
        <p:spPr>
          <a:xfrm>
            <a:off x="8668770" y="436347"/>
            <a:ext cx="15365" cy="5331"/>
          </a:xfrm>
          <a:prstGeom prst="rect">
            <a:avLst/>
          </a:prstGeom>
        </p:spPr>
      </p:pic>
      <p:pic>
        <p:nvPicPr>
          <p:cNvPr id="29" name="Image 24" descr="preencoded.png">
            <a:extLst>
              <a:ext uri="{FF2B5EF4-FFF2-40B4-BE49-F238E27FC236}">
                <a16:creationId xmlns:a16="http://schemas.microsoft.com/office/drawing/2014/main" id="{40D5542B-78D7-183B-AD88-18C2DEA99D65}"/>
              </a:ext>
            </a:extLst>
          </p:cNvPr>
          <p:cNvPicPr>
            <a:picLocks noChangeAspect="1"/>
          </p:cNvPicPr>
          <p:nvPr/>
        </p:nvPicPr>
        <p:blipFill>
          <a:blip r:embed="rId25"/>
          <a:srcRect/>
          <a:stretch/>
        </p:blipFill>
        <p:spPr>
          <a:xfrm>
            <a:off x="8461806" y="503453"/>
            <a:ext cx="60521" cy="59267"/>
          </a:xfrm>
          <a:prstGeom prst="rect">
            <a:avLst/>
          </a:prstGeom>
        </p:spPr>
      </p:pic>
      <p:pic>
        <p:nvPicPr>
          <p:cNvPr id="30" name="Image 25" descr="preencoded.png">
            <a:extLst>
              <a:ext uri="{FF2B5EF4-FFF2-40B4-BE49-F238E27FC236}">
                <a16:creationId xmlns:a16="http://schemas.microsoft.com/office/drawing/2014/main" id="{5C25244A-D504-E4AB-E0A3-F7B3766EEF3A}"/>
              </a:ext>
            </a:extLst>
          </p:cNvPr>
          <p:cNvPicPr>
            <a:picLocks noChangeAspect="1"/>
          </p:cNvPicPr>
          <p:nvPr/>
        </p:nvPicPr>
        <p:blipFill>
          <a:blip r:embed="rId26"/>
          <a:srcRect b="2"/>
          <a:stretch/>
        </p:blipFill>
        <p:spPr>
          <a:xfrm>
            <a:off x="8491283" y="556135"/>
            <a:ext cx="64911" cy="64597"/>
          </a:xfrm>
          <a:prstGeom prst="rect">
            <a:avLst/>
          </a:prstGeom>
        </p:spPr>
      </p:pic>
      <p:pic>
        <p:nvPicPr>
          <p:cNvPr id="31" name="Image 26" descr="preencoded.png">
            <a:extLst>
              <a:ext uri="{FF2B5EF4-FFF2-40B4-BE49-F238E27FC236}">
                <a16:creationId xmlns:a16="http://schemas.microsoft.com/office/drawing/2014/main" id="{10E1AC0B-EFB6-A927-1082-9D22341FB6C8}"/>
              </a:ext>
            </a:extLst>
          </p:cNvPr>
          <p:cNvPicPr>
            <a:picLocks noChangeAspect="1"/>
          </p:cNvPicPr>
          <p:nvPr/>
        </p:nvPicPr>
        <p:blipFill>
          <a:blip r:embed="rId27"/>
          <a:srcRect r="-2"/>
          <a:stretch/>
        </p:blipFill>
        <p:spPr>
          <a:xfrm>
            <a:off x="8538633" y="599722"/>
            <a:ext cx="63971" cy="64284"/>
          </a:xfrm>
          <a:prstGeom prst="rect">
            <a:avLst/>
          </a:prstGeom>
        </p:spPr>
      </p:pic>
      <p:pic>
        <p:nvPicPr>
          <p:cNvPr id="32" name="Image 27" descr="preencoded.png">
            <a:extLst>
              <a:ext uri="{FF2B5EF4-FFF2-40B4-BE49-F238E27FC236}">
                <a16:creationId xmlns:a16="http://schemas.microsoft.com/office/drawing/2014/main" id="{5D98F53E-8F6A-B313-6EAC-AB6F696D3D93}"/>
              </a:ext>
            </a:extLst>
          </p:cNvPr>
          <p:cNvPicPr>
            <a:picLocks noChangeAspect="1"/>
          </p:cNvPicPr>
          <p:nvPr/>
        </p:nvPicPr>
        <p:blipFill>
          <a:blip r:embed="rId28"/>
          <a:srcRect r="-2"/>
          <a:stretch/>
        </p:blipFill>
        <p:spPr>
          <a:xfrm>
            <a:off x="8602483" y="634515"/>
            <a:ext cx="52924" cy="49575"/>
          </a:xfrm>
          <a:prstGeom prst="rect">
            <a:avLst/>
          </a:prstGeom>
        </p:spPr>
      </p:pic>
      <p:pic>
        <p:nvPicPr>
          <p:cNvPr id="33" name="Image 28" descr="preencoded.png">
            <a:extLst>
              <a:ext uri="{FF2B5EF4-FFF2-40B4-BE49-F238E27FC236}">
                <a16:creationId xmlns:a16="http://schemas.microsoft.com/office/drawing/2014/main" id="{DF844F20-3121-CF07-350E-772F8558467C}"/>
              </a:ext>
            </a:extLst>
          </p:cNvPr>
          <p:cNvPicPr>
            <a:picLocks noChangeAspect="1"/>
          </p:cNvPicPr>
          <p:nvPr/>
        </p:nvPicPr>
        <p:blipFill>
          <a:blip r:embed="rId29"/>
          <a:srcRect r="2" b="2"/>
          <a:stretch/>
        </p:blipFill>
        <p:spPr>
          <a:xfrm>
            <a:off x="8670023" y="643937"/>
            <a:ext cx="45155" cy="47977"/>
          </a:xfrm>
          <a:prstGeom prst="rect">
            <a:avLst/>
          </a:prstGeom>
        </p:spPr>
      </p:pic>
      <p:pic>
        <p:nvPicPr>
          <p:cNvPr id="34" name="Image 29" descr="preencoded.png">
            <a:extLst>
              <a:ext uri="{FF2B5EF4-FFF2-40B4-BE49-F238E27FC236}">
                <a16:creationId xmlns:a16="http://schemas.microsoft.com/office/drawing/2014/main" id="{00BAF819-3C2D-2454-F4D4-699D390A6B8D}"/>
              </a:ext>
            </a:extLst>
          </p:cNvPr>
          <p:cNvPicPr>
            <a:picLocks noChangeAspect="1"/>
          </p:cNvPicPr>
          <p:nvPr/>
        </p:nvPicPr>
        <p:blipFill>
          <a:blip r:embed="rId30"/>
          <a:srcRect r="-2"/>
          <a:stretch/>
        </p:blipFill>
        <p:spPr>
          <a:xfrm>
            <a:off x="8729997" y="632402"/>
            <a:ext cx="51895" cy="49724"/>
          </a:xfrm>
          <a:prstGeom prst="rect">
            <a:avLst/>
          </a:prstGeom>
        </p:spPr>
      </p:pic>
      <p:pic>
        <p:nvPicPr>
          <p:cNvPr id="35" name="Image 30" descr="preencoded.png">
            <a:extLst>
              <a:ext uri="{FF2B5EF4-FFF2-40B4-BE49-F238E27FC236}">
                <a16:creationId xmlns:a16="http://schemas.microsoft.com/office/drawing/2014/main" id="{13BD6C38-C913-C7D1-207B-E1AAE3A3EF30}"/>
              </a:ext>
            </a:extLst>
          </p:cNvPr>
          <p:cNvPicPr>
            <a:picLocks noChangeAspect="1"/>
          </p:cNvPicPr>
          <p:nvPr/>
        </p:nvPicPr>
        <p:blipFill>
          <a:blip r:embed="rId31"/>
          <a:srcRect r="2"/>
          <a:stretch/>
        </p:blipFill>
        <p:spPr>
          <a:xfrm>
            <a:off x="8784166" y="596900"/>
            <a:ext cx="58639" cy="66165"/>
          </a:xfrm>
          <a:prstGeom prst="rect">
            <a:avLst/>
          </a:prstGeom>
        </p:spPr>
      </p:pic>
      <p:pic>
        <p:nvPicPr>
          <p:cNvPr id="36" name="Image 31" descr="preencoded.png">
            <a:extLst>
              <a:ext uri="{FF2B5EF4-FFF2-40B4-BE49-F238E27FC236}">
                <a16:creationId xmlns:a16="http://schemas.microsoft.com/office/drawing/2014/main" id="{EA412FCA-DD3A-AFA5-03C0-B5896C3C8B5B}"/>
              </a:ext>
            </a:extLst>
          </p:cNvPr>
          <p:cNvPicPr>
            <a:picLocks noChangeAspect="1"/>
          </p:cNvPicPr>
          <p:nvPr/>
        </p:nvPicPr>
        <p:blipFill>
          <a:blip r:embed="rId32"/>
          <a:srcRect/>
          <a:stretch/>
        </p:blipFill>
        <p:spPr>
          <a:xfrm>
            <a:off x="8824618" y="552058"/>
            <a:ext cx="64911" cy="64284"/>
          </a:xfrm>
          <a:prstGeom prst="rect">
            <a:avLst/>
          </a:prstGeom>
        </p:spPr>
      </p:pic>
      <p:pic>
        <p:nvPicPr>
          <p:cNvPr id="37" name="Image 32" descr="preencoded.png">
            <a:extLst>
              <a:ext uri="{FF2B5EF4-FFF2-40B4-BE49-F238E27FC236}">
                <a16:creationId xmlns:a16="http://schemas.microsoft.com/office/drawing/2014/main" id="{C45A5947-90FF-E575-D4D6-534C419B5E12}"/>
              </a:ext>
            </a:extLst>
          </p:cNvPr>
          <p:cNvPicPr>
            <a:picLocks noChangeAspect="1"/>
          </p:cNvPicPr>
          <p:nvPr/>
        </p:nvPicPr>
        <p:blipFill>
          <a:blip r:embed="rId33"/>
          <a:srcRect/>
          <a:stretch/>
        </p:blipFill>
        <p:spPr>
          <a:xfrm>
            <a:off x="8862895" y="503453"/>
            <a:ext cx="49918" cy="49988"/>
          </a:xfrm>
          <a:prstGeom prst="rect">
            <a:avLst/>
          </a:prstGeom>
        </p:spPr>
      </p:pic>
      <p:pic>
        <p:nvPicPr>
          <p:cNvPr id="38" name="Image 33" descr="preencoded.png">
            <a:extLst>
              <a:ext uri="{FF2B5EF4-FFF2-40B4-BE49-F238E27FC236}">
                <a16:creationId xmlns:a16="http://schemas.microsoft.com/office/drawing/2014/main" id="{100E54B3-144A-DDE5-1611-860B62713A70}"/>
              </a:ext>
            </a:extLst>
          </p:cNvPr>
          <p:cNvPicPr>
            <a:picLocks noChangeAspect="1"/>
          </p:cNvPicPr>
          <p:nvPr/>
        </p:nvPicPr>
        <p:blipFill>
          <a:blip r:embed="rId34"/>
          <a:srcRect/>
          <a:stretch/>
        </p:blipFill>
        <p:spPr>
          <a:xfrm>
            <a:off x="8458357" y="356070"/>
            <a:ext cx="50843" cy="58012"/>
          </a:xfrm>
          <a:prstGeom prst="rect">
            <a:avLst/>
          </a:prstGeom>
        </p:spPr>
      </p:pic>
      <p:pic>
        <p:nvPicPr>
          <p:cNvPr id="39" name="Image 34" descr="preencoded.png">
            <a:extLst>
              <a:ext uri="{FF2B5EF4-FFF2-40B4-BE49-F238E27FC236}">
                <a16:creationId xmlns:a16="http://schemas.microsoft.com/office/drawing/2014/main" id="{9050B540-48E9-03A0-38B8-D0E77F66ABD1}"/>
              </a:ext>
            </a:extLst>
          </p:cNvPr>
          <p:cNvPicPr>
            <a:picLocks noChangeAspect="1"/>
          </p:cNvPicPr>
          <p:nvPr/>
        </p:nvPicPr>
        <p:blipFill>
          <a:blip r:embed="rId35"/>
          <a:srcRect/>
          <a:stretch/>
        </p:blipFill>
        <p:spPr>
          <a:xfrm>
            <a:off x="8481248" y="306838"/>
            <a:ext cx="64284" cy="63657"/>
          </a:xfrm>
          <a:prstGeom prst="rect">
            <a:avLst/>
          </a:prstGeom>
        </p:spPr>
      </p:pic>
      <p:pic>
        <p:nvPicPr>
          <p:cNvPr id="40" name="Image 35" descr="preencoded.png">
            <a:extLst>
              <a:ext uri="{FF2B5EF4-FFF2-40B4-BE49-F238E27FC236}">
                <a16:creationId xmlns:a16="http://schemas.microsoft.com/office/drawing/2014/main" id="{68634D83-38EB-DF4E-0C39-4BE59016AB6A}"/>
              </a:ext>
            </a:extLst>
          </p:cNvPr>
          <p:cNvPicPr>
            <a:picLocks noChangeAspect="1"/>
          </p:cNvPicPr>
          <p:nvPr/>
        </p:nvPicPr>
        <p:blipFill>
          <a:blip r:embed="rId36"/>
          <a:srcRect/>
          <a:stretch/>
        </p:blipFill>
        <p:spPr>
          <a:xfrm>
            <a:off x="8519818" y="262624"/>
            <a:ext cx="64911" cy="65225"/>
          </a:xfrm>
          <a:prstGeom prst="rect">
            <a:avLst/>
          </a:prstGeom>
        </p:spPr>
      </p:pic>
      <p:pic>
        <p:nvPicPr>
          <p:cNvPr id="41" name="Image 36" descr="preencoded.png">
            <a:extLst>
              <a:ext uri="{FF2B5EF4-FFF2-40B4-BE49-F238E27FC236}">
                <a16:creationId xmlns:a16="http://schemas.microsoft.com/office/drawing/2014/main" id="{386D3842-F1CB-640F-7E36-727A16F6258A}"/>
              </a:ext>
            </a:extLst>
          </p:cNvPr>
          <p:cNvPicPr>
            <a:picLocks noChangeAspect="1"/>
          </p:cNvPicPr>
          <p:nvPr/>
        </p:nvPicPr>
        <p:blipFill>
          <a:blip r:embed="rId37"/>
          <a:srcRect r="-2"/>
          <a:stretch/>
        </p:blipFill>
        <p:spPr>
          <a:xfrm>
            <a:off x="8570932" y="240137"/>
            <a:ext cx="54407" cy="55412"/>
          </a:xfrm>
          <a:prstGeom prst="rect">
            <a:avLst/>
          </a:prstGeom>
        </p:spPr>
      </p:pic>
      <p:pic>
        <p:nvPicPr>
          <p:cNvPr id="42" name="Image 37" descr="preencoded.png">
            <a:extLst>
              <a:ext uri="{FF2B5EF4-FFF2-40B4-BE49-F238E27FC236}">
                <a16:creationId xmlns:a16="http://schemas.microsoft.com/office/drawing/2014/main" id="{E3B86BB6-823E-D0D8-CDB6-68EC077B2DA4}"/>
              </a:ext>
            </a:extLst>
          </p:cNvPr>
          <p:cNvPicPr>
            <a:picLocks noChangeAspect="1"/>
          </p:cNvPicPr>
          <p:nvPr/>
        </p:nvPicPr>
        <p:blipFill>
          <a:blip r:embed="rId38"/>
          <a:srcRect/>
          <a:stretch/>
        </p:blipFill>
        <p:spPr>
          <a:xfrm>
            <a:off x="8625496" y="222485"/>
            <a:ext cx="46410" cy="53622"/>
          </a:xfrm>
          <a:prstGeom prst="rect">
            <a:avLst/>
          </a:prstGeom>
        </p:spPr>
      </p:pic>
      <p:pic>
        <p:nvPicPr>
          <p:cNvPr id="43" name="Image 38" descr="preencoded.png">
            <a:extLst>
              <a:ext uri="{FF2B5EF4-FFF2-40B4-BE49-F238E27FC236}">
                <a16:creationId xmlns:a16="http://schemas.microsoft.com/office/drawing/2014/main" id="{39B5D81A-7789-D3DC-F49A-A85685D3E8E3}"/>
              </a:ext>
            </a:extLst>
          </p:cNvPr>
          <p:cNvPicPr>
            <a:picLocks noChangeAspect="1"/>
          </p:cNvPicPr>
          <p:nvPr/>
        </p:nvPicPr>
        <p:blipFill>
          <a:blip r:embed="rId39"/>
          <a:srcRect/>
          <a:stretch/>
        </p:blipFill>
        <p:spPr>
          <a:xfrm>
            <a:off x="8676923" y="221545"/>
            <a:ext cx="43588" cy="47664"/>
          </a:xfrm>
          <a:prstGeom prst="rect">
            <a:avLst/>
          </a:prstGeom>
        </p:spPr>
      </p:pic>
      <p:pic>
        <p:nvPicPr>
          <p:cNvPr id="44" name="Image 39" descr="preencoded.png">
            <a:extLst>
              <a:ext uri="{FF2B5EF4-FFF2-40B4-BE49-F238E27FC236}">
                <a16:creationId xmlns:a16="http://schemas.microsoft.com/office/drawing/2014/main" id="{028C486E-4CA3-12E0-EF42-34C8E80150C7}"/>
              </a:ext>
            </a:extLst>
          </p:cNvPr>
          <p:cNvPicPr>
            <a:picLocks noChangeAspect="1"/>
          </p:cNvPicPr>
          <p:nvPr/>
        </p:nvPicPr>
        <p:blipFill>
          <a:blip r:embed="rId40"/>
          <a:srcRect/>
          <a:stretch/>
        </p:blipFill>
        <p:spPr>
          <a:xfrm>
            <a:off x="8725982" y="231032"/>
            <a:ext cx="50031" cy="49265"/>
          </a:xfrm>
          <a:prstGeom prst="rect">
            <a:avLst/>
          </a:prstGeom>
        </p:spPr>
      </p:pic>
      <p:pic>
        <p:nvPicPr>
          <p:cNvPr id="45" name="Image 40" descr="preencoded.png">
            <a:extLst>
              <a:ext uri="{FF2B5EF4-FFF2-40B4-BE49-F238E27FC236}">
                <a16:creationId xmlns:a16="http://schemas.microsoft.com/office/drawing/2014/main" id="{78248B7E-3CE6-E322-69C3-CD2DB096C344}"/>
              </a:ext>
            </a:extLst>
          </p:cNvPr>
          <p:cNvPicPr>
            <a:picLocks noChangeAspect="1"/>
          </p:cNvPicPr>
          <p:nvPr/>
        </p:nvPicPr>
        <p:blipFill>
          <a:blip r:embed="rId41"/>
          <a:srcRect b="-2"/>
          <a:stretch/>
        </p:blipFill>
        <p:spPr>
          <a:xfrm>
            <a:off x="8767860" y="244750"/>
            <a:ext cx="63343" cy="63971"/>
          </a:xfrm>
          <a:prstGeom prst="rect">
            <a:avLst/>
          </a:prstGeom>
        </p:spPr>
      </p:pic>
      <p:pic>
        <p:nvPicPr>
          <p:cNvPr id="46" name="Image 41" descr="preencoded.png">
            <a:extLst>
              <a:ext uri="{FF2B5EF4-FFF2-40B4-BE49-F238E27FC236}">
                <a16:creationId xmlns:a16="http://schemas.microsoft.com/office/drawing/2014/main" id="{ED079B95-DC99-C702-2643-A8A11216BDDC}"/>
              </a:ext>
            </a:extLst>
          </p:cNvPr>
          <p:cNvPicPr>
            <a:picLocks noChangeAspect="1"/>
          </p:cNvPicPr>
          <p:nvPr/>
        </p:nvPicPr>
        <p:blipFill>
          <a:blip r:embed="rId42"/>
          <a:srcRect r="2"/>
          <a:stretch/>
        </p:blipFill>
        <p:spPr>
          <a:xfrm>
            <a:off x="8818974" y="277989"/>
            <a:ext cx="53308" cy="52995"/>
          </a:xfrm>
          <a:prstGeom prst="rect">
            <a:avLst/>
          </a:prstGeom>
        </p:spPr>
      </p:pic>
      <p:pic>
        <p:nvPicPr>
          <p:cNvPr id="47" name="Image 42" descr="preencoded.png">
            <a:extLst>
              <a:ext uri="{FF2B5EF4-FFF2-40B4-BE49-F238E27FC236}">
                <a16:creationId xmlns:a16="http://schemas.microsoft.com/office/drawing/2014/main" id="{68D02638-1632-0661-B143-227A516A4A9B}"/>
              </a:ext>
            </a:extLst>
          </p:cNvPr>
          <p:cNvPicPr>
            <a:picLocks noChangeAspect="1"/>
          </p:cNvPicPr>
          <p:nvPr/>
        </p:nvPicPr>
        <p:blipFill>
          <a:blip r:embed="rId43"/>
          <a:srcRect/>
          <a:stretch/>
        </p:blipFill>
        <p:spPr>
          <a:xfrm>
            <a:off x="8840298" y="320008"/>
            <a:ext cx="59580" cy="56758"/>
          </a:xfrm>
          <a:prstGeom prst="rect">
            <a:avLst/>
          </a:prstGeom>
        </p:spPr>
      </p:pic>
      <p:pic>
        <p:nvPicPr>
          <p:cNvPr id="48" name="Image 43" descr="preencoded.png">
            <a:extLst>
              <a:ext uri="{FF2B5EF4-FFF2-40B4-BE49-F238E27FC236}">
                <a16:creationId xmlns:a16="http://schemas.microsoft.com/office/drawing/2014/main" id="{C681FE21-D286-09CA-EA7D-DDBC25E29306}"/>
              </a:ext>
            </a:extLst>
          </p:cNvPr>
          <p:cNvPicPr>
            <a:picLocks noChangeAspect="1"/>
          </p:cNvPicPr>
          <p:nvPr/>
        </p:nvPicPr>
        <p:blipFill>
          <a:blip r:embed="rId44"/>
          <a:srcRect/>
          <a:stretch/>
        </p:blipFill>
        <p:spPr>
          <a:xfrm>
            <a:off x="8865071" y="362969"/>
            <a:ext cx="53622" cy="43274"/>
          </a:xfrm>
          <a:prstGeom prst="rect">
            <a:avLst/>
          </a:prstGeom>
        </p:spPr>
      </p:pic>
      <p:sp>
        <p:nvSpPr>
          <p:cNvPr id="49" name="Shape 3">
            <a:extLst>
              <a:ext uri="{FF2B5EF4-FFF2-40B4-BE49-F238E27FC236}">
                <a16:creationId xmlns:a16="http://schemas.microsoft.com/office/drawing/2014/main" id="{555ED8C1-42A8-7CC8-6DB1-F1099F3095C4}"/>
              </a:ext>
            </a:extLst>
          </p:cNvPr>
          <p:cNvSpPr/>
          <p:nvPr/>
        </p:nvSpPr>
        <p:spPr>
          <a:xfrm>
            <a:off x="190500" y="1200150"/>
            <a:ext cx="8763000" cy="2447925"/>
          </a:xfrm>
          <a:prstGeom prst="rect">
            <a:avLst/>
          </a:prstGeom>
          <a:noFill/>
          <a:ln/>
        </p:spPr>
      </p:sp>
      <p:sp>
        <p:nvSpPr>
          <p:cNvPr id="50" name="Shape 4">
            <a:extLst>
              <a:ext uri="{FF2B5EF4-FFF2-40B4-BE49-F238E27FC236}">
                <a16:creationId xmlns:a16="http://schemas.microsoft.com/office/drawing/2014/main" id="{65962E2C-A24F-2A00-5F3F-4CAD6AE6889E}"/>
              </a:ext>
            </a:extLst>
          </p:cNvPr>
          <p:cNvSpPr/>
          <p:nvPr/>
        </p:nvSpPr>
        <p:spPr>
          <a:xfrm>
            <a:off x="190500" y="1200150"/>
            <a:ext cx="2047875" cy="2447925"/>
          </a:xfrm>
          <a:prstGeom prst="rect">
            <a:avLst/>
          </a:prstGeom>
          <a:noFill/>
          <a:ln/>
        </p:spPr>
      </p:sp>
      <p:sp>
        <p:nvSpPr>
          <p:cNvPr id="52" name="Shape 5">
            <a:extLst>
              <a:ext uri="{FF2B5EF4-FFF2-40B4-BE49-F238E27FC236}">
                <a16:creationId xmlns:a16="http://schemas.microsoft.com/office/drawing/2014/main" id="{61DA2390-5F1D-DCA8-EF33-8DC66BBF56C4}"/>
              </a:ext>
            </a:extLst>
          </p:cNvPr>
          <p:cNvSpPr/>
          <p:nvPr/>
        </p:nvSpPr>
        <p:spPr>
          <a:xfrm>
            <a:off x="190500" y="3343275"/>
            <a:ext cx="2047875" cy="304800"/>
          </a:xfrm>
          <a:prstGeom prst="rect">
            <a:avLst/>
          </a:prstGeom>
          <a:noFill/>
          <a:ln/>
        </p:spPr>
      </p:sp>
      <p:sp>
        <p:nvSpPr>
          <p:cNvPr id="55" name="Shape 8">
            <a:extLst>
              <a:ext uri="{FF2B5EF4-FFF2-40B4-BE49-F238E27FC236}">
                <a16:creationId xmlns:a16="http://schemas.microsoft.com/office/drawing/2014/main" id="{E5C5FB4C-7456-F4E5-1F94-D7DC46A1C08E}"/>
              </a:ext>
            </a:extLst>
          </p:cNvPr>
          <p:cNvSpPr/>
          <p:nvPr/>
        </p:nvSpPr>
        <p:spPr>
          <a:xfrm>
            <a:off x="2428875" y="1200150"/>
            <a:ext cx="2047875" cy="2447925"/>
          </a:xfrm>
          <a:prstGeom prst="rect">
            <a:avLst/>
          </a:prstGeom>
          <a:noFill/>
          <a:ln/>
        </p:spPr>
      </p:sp>
      <p:sp>
        <p:nvSpPr>
          <p:cNvPr id="57" name="Shape 9">
            <a:extLst>
              <a:ext uri="{FF2B5EF4-FFF2-40B4-BE49-F238E27FC236}">
                <a16:creationId xmlns:a16="http://schemas.microsoft.com/office/drawing/2014/main" id="{E85459C8-DCBF-5819-78A8-FA7E76034925}"/>
              </a:ext>
            </a:extLst>
          </p:cNvPr>
          <p:cNvSpPr/>
          <p:nvPr/>
        </p:nvSpPr>
        <p:spPr>
          <a:xfrm>
            <a:off x="2428875" y="3343275"/>
            <a:ext cx="2047875" cy="304800"/>
          </a:xfrm>
          <a:prstGeom prst="rect">
            <a:avLst/>
          </a:prstGeom>
          <a:noFill/>
          <a:ln/>
        </p:spPr>
      </p:sp>
      <p:sp>
        <p:nvSpPr>
          <p:cNvPr id="60" name="Shape 12">
            <a:extLst>
              <a:ext uri="{FF2B5EF4-FFF2-40B4-BE49-F238E27FC236}">
                <a16:creationId xmlns:a16="http://schemas.microsoft.com/office/drawing/2014/main" id="{93A69278-76E8-8F95-4205-F8A770F95115}"/>
              </a:ext>
            </a:extLst>
          </p:cNvPr>
          <p:cNvSpPr/>
          <p:nvPr/>
        </p:nvSpPr>
        <p:spPr>
          <a:xfrm>
            <a:off x="4667250" y="1200150"/>
            <a:ext cx="2047875" cy="2447925"/>
          </a:xfrm>
          <a:prstGeom prst="rect">
            <a:avLst/>
          </a:prstGeom>
          <a:noFill/>
          <a:ln/>
        </p:spPr>
      </p:sp>
      <p:pic>
        <p:nvPicPr>
          <p:cNvPr id="61" name="Image 46" descr="preencoded.png">
            <a:extLst>
              <a:ext uri="{FF2B5EF4-FFF2-40B4-BE49-F238E27FC236}">
                <a16:creationId xmlns:a16="http://schemas.microsoft.com/office/drawing/2014/main" id="{C599CF83-19C2-0011-F858-CEA614DED74A}"/>
              </a:ext>
            </a:extLst>
          </p:cNvPr>
          <p:cNvPicPr>
            <a:picLocks noChangeAspect="1"/>
          </p:cNvPicPr>
          <p:nvPr/>
        </p:nvPicPr>
        <p:blipFill>
          <a:blip r:embed="rId45"/>
          <a:srcRect/>
          <a:stretch/>
        </p:blipFill>
        <p:spPr>
          <a:xfrm>
            <a:off x="3335556" y="1200150"/>
            <a:ext cx="2047875" cy="2047875"/>
          </a:xfrm>
          <a:prstGeom prst="rect">
            <a:avLst/>
          </a:prstGeom>
        </p:spPr>
      </p:pic>
      <p:sp>
        <p:nvSpPr>
          <p:cNvPr id="62" name="Shape 13">
            <a:extLst>
              <a:ext uri="{FF2B5EF4-FFF2-40B4-BE49-F238E27FC236}">
                <a16:creationId xmlns:a16="http://schemas.microsoft.com/office/drawing/2014/main" id="{9C83976B-6DB6-17AB-485B-ABC3BEB5F3B4}"/>
              </a:ext>
            </a:extLst>
          </p:cNvPr>
          <p:cNvSpPr/>
          <p:nvPr/>
        </p:nvSpPr>
        <p:spPr>
          <a:xfrm>
            <a:off x="4667250" y="3343275"/>
            <a:ext cx="2047875" cy="304800"/>
          </a:xfrm>
          <a:prstGeom prst="rect">
            <a:avLst/>
          </a:prstGeom>
          <a:noFill/>
          <a:ln/>
        </p:spPr>
      </p:sp>
      <p:sp>
        <p:nvSpPr>
          <p:cNvPr id="63" name="Text 14">
            <a:extLst>
              <a:ext uri="{FF2B5EF4-FFF2-40B4-BE49-F238E27FC236}">
                <a16:creationId xmlns:a16="http://schemas.microsoft.com/office/drawing/2014/main" id="{52A58786-B670-0ABF-C282-34DE2BA7D21C}"/>
              </a:ext>
            </a:extLst>
          </p:cNvPr>
          <p:cNvSpPr/>
          <p:nvPr/>
        </p:nvSpPr>
        <p:spPr>
          <a:xfrm>
            <a:off x="3335556" y="3324225"/>
            <a:ext cx="20478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3"/>
              </a:lnSpc>
              <a:buNone/>
            </a:pPr>
            <a:r>
              <a:rPr lang="ru-RU" sz="1425" dirty="0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</a:rPr>
              <a:t>Михаил </a:t>
            </a:r>
            <a:r>
              <a:rPr lang="ru-RU" sz="1425" dirty="0" err="1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</a:rPr>
              <a:t>Корешонков</a:t>
            </a:r>
            <a:endParaRPr lang="en-US" sz="1425" dirty="0"/>
          </a:p>
        </p:txBody>
      </p:sp>
      <p:sp>
        <p:nvSpPr>
          <p:cNvPr id="64" name="Text 15">
            <a:extLst>
              <a:ext uri="{FF2B5EF4-FFF2-40B4-BE49-F238E27FC236}">
                <a16:creationId xmlns:a16="http://schemas.microsoft.com/office/drawing/2014/main" id="{586A6F66-44EC-753B-3054-D273AAF40435}"/>
              </a:ext>
            </a:extLst>
          </p:cNvPr>
          <p:cNvSpPr/>
          <p:nvPr/>
        </p:nvSpPr>
        <p:spPr>
          <a:xfrm>
            <a:off x="3335554" y="3495675"/>
            <a:ext cx="20478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998" dirty="0" err="1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</a:rPr>
              <a:t>Frotend</a:t>
            </a:r>
            <a:endParaRPr lang="en-US" sz="998" dirty="0"/>
          </a:p>
        </p:txBody>
      </p:sp>
      <p:sp>
        <p:nvSpPr>
          <p:cNvPr id="65" name="Shape 16">
            <a:extLst>
              <a:ext uri="{FF2B5EF4-FFF2-40B4-BE49-F238E27FC236}">
                <a16:creationId xmlns:a16="http://schemas.microsoft.com/office/drawing/2014/main" id="{FCA8A440-CEA3-49BE-F9A0-BA4680FF8523}"/>
              </a:ext>
            </a:extLst>
          </p:cNvPr>
          <p:cNvSpPr/>
          <p:nvPr/>
        </p:nvSpPr>
        <p:spPr>
          <a:xfrm>
            <a:off x="6905625" y="1200150"/>
            <a:ext cx="2047875" cy="2447925"/>
          </a:xfrm>
          <a:prstGeom prst="rect">
            <a:avLst/>
          </a:prstGeom>
          <a:noFill/>
          <a:ln/>
        </p:spPr>
      </p:sp>
      <p:sp>
        <p:nvSpPr>
          <p:cNvPr id="67" name="Shape 17">
            <a:extLst>
              <a:ext uri="{FF2B5EF4-FFF2-40B4-BE49-F238E27FC236}">
                <a16:creationId xmlns:a16="http://schemas.microsoft.com/office/drawing/2014/main" id="{012632AC-5959-C78C-2715-17B84DA442D3}"/>
              </a:ext>
            </a:extLst>
          </p:cNvPr>
          <p:cNvSpPr/>
          <p:nvPr/>
        </p:nvSpPr>
        <p:spPr>
          <a:xfrm>
            <a:off x="6905625" y="3343275"/>
            <a:ext cx="2047875" cy="304800"/>
          </a:xfrm>
          <a:prstGeom prst="rect">
            <a:avLst/>
          </a:prstGeom>
          <a:noFill/>
          <a:ln/>
        </p:spPr>
      </p:sp>
      <p:pic>
        <p:nvPicPr>
          <p:cNvPr id="70" name="Image 48" descr="preencoded.png">
            <a:extLst>
              <a:ext uri="{FF2B5EF4-FFF2-40B4-BE49-F238E27FC236}">
                <a16:creationId xmlns:a16="http://schemas.microsoft.com/office/drawing/2014/main" id="{6BFA6DEF-CFCF-E680-F9C2-4345B62F7E8B}"/>
              </a:ext>
            </a:extLst>
          </p:cNvPr>
          <p:cNvPicPr>
            <a:picLocks noChangeAspect="1"/>
          </p:cNvPicPr>
          <p:nvPr/>
        </p:nvPicPr>
        <p:blipFill>
          <a:blip r:embed="rId46"/>
          <a:srcRect b="3341"/>
          <a:stretch/>
        </p:blipFill>
        <p:spPr>
          <a:xfrm>
            <a:off x="6905625" y="3076575"/>
            <a:ext cx="2138363" cy="2066925"/>
          </a:xfrm>
          <a:prstGeom prst="rect">
            <a:avLst/>
          </a:prstGeom>
        </p:spPr>
      </p:pic>
      <p:pic>
        <p:nvPicPr>
          <p:cNvPr id="73" name="Рисунок 72">
            <a:extLst>
              <a:ext uri="{FF2B5EF4-FFF2-40B4-BE49-F238E27FC236}">
                <a16:creationId xmlns:a16="http://schemas.microsoft.com/office/drawing/2014/main" id="{59207359-B5CF-CD9A-D07B-8AA900816091}"/>
              </a:ext>
            </a:extLst>
      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3335556" y="1200150"/>
            <a:ext cx="2047875" cy="204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3931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942B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0500" y="333375"/>
            <a:ext cx="198596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65"/>
              </a:lnSpc>
              <a:buNone/>
            </a:pPr>
            <a:r>
              <a:rPr lang="en-US" sz="2850" dirty="0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Заголовок</a:t>
            </a:r>
            <a:endParaRPr lang="en-US" sz="2850" dirty="0"/>
          </a:p>
        </p:txBody>
      </p:sp>
      <p:sp>
        <p:nvSpPr>
          <p:cNvPr id="3" name="Shape 1"/>
          <p:cNvSpPr/>
          <p:nvPr/>
        </p:nvSpPr>
        <p:spPr>
          <a:xfrm>
            <a:off x="190500" y="1309688"/>
            <a:ext cx="8763000" cy="3724275"/>
          </a:xfrm>
          <a:prstGeom prst="rect">
            <a:avLst/>
          </a:prstGeom>
          <a:noFill/>
          <a:ln/>
        </p:spPr>
      </p:sp>
      <p:sp>
        <p:nvSpPr>
          <p:cNvPr id="4" name="Shape 2"/>
          <p:cNvSpPr/>
          <p:nvPr/>
        </p:nvSpPr>
        <p:spPr>
          <a:xfrm>
            <a:off x="190500" y="1309688"/>
            <a:ext cx="2651125" cy="1114425"/>
          </a:xfrm>
          <a:prstGeom prst="roundRect">
            <a:avLst>
              <a:gd name="adj" fmla="val 24615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381000" y="1500188"/>
            <a:ext cx="227012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3"/>
              </a:lnSpc>
              <a:buNone/>
            </a:pPr>
            <a:r>
              <a:rPr lang="en-US" sz="1425" b="1" dirty="0">
                <a:solidFill>
                  <a:srgbClr val="2942BB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Подзаголовок</a:t>
            </a:r>
            <a:endParaRPr lang="en-US" sz="1425" dirty="0"/>
          </a:p>
        </p:txBody>
      </p:sp>
      <p:sp>
        <p:nvSpPr>
          <p:cNvPr id="6" name="Text 4"/>
          <p:cNvSpPr/>
          <p:nvPr/>
        </p:nvSpPr>
        <p:spPr>
          <a:xfrm>
            <a:off x="381000" y="1766888"/>
            <a:ext cx="2270125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8"/>
              </a:lnSpc>
              <a:buNone/>
            </a:pPr>
            <a:r>
              <a:rPr lang="en-US" sz="1140" dirty="0">
                <a:solidFill>
                  <a:srgbClr val="2942BB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текст</a:t>
            </a:r>
            <a:endParaRPr lang="en-US" sz="1140" dirty="0"/>
          </a:p>
          <a:p>
            <a:pPr marL="0" indent="0" algn="l">
              <a:lnSpc>
                <a:spcPts val="1368"/>
              </a:lnSpc>
              <a:buNone/>
            </a:pPr>
            <a:r>
              <a:rPr lang="en-US" sz="1140" dirty="0">
                <a:solidFill>
                  <a:srgbClr val="2942BB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текст</a:t>
            </a:r>
            <a:endParaRPr lang="en-US" sz="1140" dirty="0"/>
          </a:p>
          <a:p>
            <a:pPr marL="0" indent="0" algn="l">
              <a:lnSpc>
                <a:spcPts val="1368"/>
              </a:lnSpc>
              <a:buNone/>
            </a:pPr>
            <a:r>
              <a:rPr lang="en-US" sz="1140" dirty="0">
                <a:solidFill>
                  <a:srgbClr val="2942BB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текст</a:t>
            </a:r>
            <a:endParaRPr lang="en-US" sz="1140" dirty="0"/>
          </a:p>
        </p:txBody>
      </p:sp>
      <p:sp>
        <p:nvSpPr>
          <p:cNvPr id="7" name="Shape 5"/>
          <p:cNvSpPr/>
          <p:nvPr/>
        </p:nvSpPr>
        <p:spPr>
          <a:xfrm>
            <a:off x="3175000" y="1309688"/>
            <a:ext cx="2651125" cy="1114425"/>
          </a:xfrm>
          <a:prstGeom prst="roundRect">
            <a:avLst>
              <a:gd name="adj" fmla="val 24615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3365500" y="1500188"/>
            <a:ext cx="227012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3"/>
              </a:lnSpc>
              <a:buNone/>
            </a:pPr>
            <a:r>
              <a:rPr lang="en-US" sz="1425" b="1" dirty="0">
                <a:solidFill>
                  <a:srgbClr val="2942BB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Подзаголовок</a:t>
            </a:r>
            <a:endParaRPr lang="en-US" sz="1425" dirty="0"/>
          </a:p>
        </p:txBody>
      </p:sp>
      <p:sp>
        <p:nvSpPr>
          <p:cNvPr id="9" name="Text 7"/>
          <p:cNvSpPr/>
          <p:nvPr/>
        </p:nvSpPr>
        <p:spPr>
          <a:xfrm>
            <a:off x="3365500" y="1766888"/>
            <a:ext cx="227012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8"/>
              </a:lnSpc>
              <a:buNone/>
            </a:pPr>
            <a:r>
              <a:rPr lang="en-US" sz="1140" dirty="0">
                <a:solidFill>
                  <a:srgbClr val="2942BB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текст</a:t>
            </a:r>
            <a:endParaRPr lang="en-US" sz="1140" dirty="0"/>
          </a:p>
        </p:txBody>
      </p:sp>
      <p:sp>
        <p:nvSpPr>
          <p:cNvPr id="10" name="Shape 8"/>
          <p:cNvSpPr/>
          <p:nvPr/>
        </p:nvSpPr>
        <p:spPr>
          <a:xfrm>
            <a:off x="6159500" y="1309688"/>
            <a:ext cx="2651125" cy="1114425"/>
          </a:xfrm>
          <a:prstGeom prst="roundRect">
            <a:avLst>
              <a:gd name="adj" fmla="val 24615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6350000" y="1500188"/>
            <a:ext cx="227012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3"/>
              </a:lnSpc>
              <a:buNone/>
            </a:pPr>
            <a:r>
              <a:rPr lang="en-US" sz="1425" b="1" dirty="0">
                <a:solidFill>
                  <a:srgbClr val="2942BB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Подзаголовок</a:t>
            </a:r>
            <a:endParaRPr lang="en-US" sz="1425" dirty="0"/>
          </a:p>
        </p:txBody>
      </p:sp>
      <p:sp>
        <p:nvSpPr>
          <p:cNvPr id="12" name="Text 10"/>
          <p:cNvSpPr/>
          <p:nvPr/>
        </p:nvSpPr>
        <p:spPr>
          <a:xfrm>
            <a:off x="6350000" y="1766888"/>
            <a:ext cx="227012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8"/>
              </a:lnSpc>
              <a:buNone/>
            </a:pPr>
            <a:r>
              <a:rPr lang="en-US" sz="1140" dirty="0">
                <a:solidFill>
                  <a:srgbClr val="2942BB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текст</a:t>
            </a:r>
            <a:endParaRPr lang="en-US" sz="1140" dirty="0"/>
          </a:p>
        </p:txBody>
      </p:sp>
      <p:sp>
        <p:nvSpPr>
          <p:cNvPr id="13" name="Shape 11"/>
          <p:cNvSpPr/>
          <p:nvPr/>
        </p:nvSpPr>
        <p:spPr>
          <a:xfrm>
            <a:off x="190500" y="2614613"/>
            <a:ext cx="2651125" cy="1114425"/>
          </a:xfrm>
          <a:prstGeom prst="roundRect">
            <a:avLst>
              <a:gd name="adj" fmla="val 24615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381000" y="2805113"/>
            <a:ext cx="227012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3"/>
              </a:lnSpc>
              <a:buNone/>
            </a:pPr>
            <a:r>
              <a:rPr lang="en-US" sz="1425" b="1" dirty="0">
                <a:solidFill>
                  <a:srgbClr val="2942BB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Подзаголовок</a:t>
            </a:r>
            <a:endParaRPr lang="en-US" sz="1425" dirty="0"/>
          </a:p>
        </p:txBody>
      </p:sp>
      <p:sp>
        <p:nvSpPr>
          <p:cNvPr id="15" name="Text 13"/>
          <p:cNvSpPr/>
          <p:nvPr/>
        </p:nvSpPr>
        <p:spPr>
          <a:xfrm>
            <a:off x="381000" y="3071813"/>
            <a:ext cx="2270125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8"/>
              </a:lnSpc>
              <a:buNone/>
            </a:pPr>
            <a:r>
              <a:rPr lang="en-US" sz="1140" dirty="0">
                <a:solidFill>
                  <a:srgbClr val="2942BB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текст</a:t>
            </a:r>
            <a:endParaRPr lang="en-US" sz="1140" dirty="0"/>
          </a:p>
          <a:p>
            <a:pPr marL="0" indent="0" algn="l">
              <a:lnSpc>
                <a:spcPts val="1368"/>
              </a:lnSpc>
              <a:buNone/>
            </a:pPr>
            <a:r>
              <a:rPr lang="en-US" sz="1140" dirty="0">
                <a:solidFill>
                  <a:srgbClr val="2942BB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текст</a:t>
            </a:r>
            <a:endParaRPr lang="en-US" sz="1140" dirty="0"/>
          </a:p>
          <a:p>
            <a:pPr marL="0" indent="0" algn="l">
              <a:lnSpc>
                <a:spcPts val="1368"/>
              </a:lnSpc>
              <a:buNone/>
            </a:pPr>
            <a:r>
              <a:rPr lang="en-US" sz="1140" dirty="0">
                <a:solidFill>
                  <a:srgbClr val="2942BB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текст</a:t>
            </a:r>
            <a:endParaRPr lang="en-US" sz="1140" dirty="0"/>
          </a:p>
        </p:txBody>
      </p:sp>
      <p:sp>
        <p:nvSpPr>
          <p:cNvPr id="16" name="Shape 14"/>
          <p:cNvSpPr/>
          <p:nvPr/>
        </p:nvSpPr>
        <p:spPr>
          <a:xfrm>
            <a:off x="3175000" y="2614613"/>
            <a:ext cx="2651125" cy="1114425"/>
          </a:xfrm>
          <a:prstGeom prst="roundRect">
            <a:avLst>
              <a:gd name="adj" fmla="val 24615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3365500" y="2805113"/>
            <a:ext cx="227012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3"/>
              </a:lnSpc>
              <a:buNone/>
            </a:pPr>
            <a:r>
              <a:rPr lang="en-US" sz="1425" b="1" dirty="0">
                <a:solidFill>
                  <a:srgbClr val="2942BB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Подзаголовок</a:t>
            </a:r>
            <a:endParaRPr lang="en-US" sz="1425" dirty="0"/>
          </a:p>
        </p:txBody>
      </p:sp>
      <p:sp>
        <p:nvSpPr>
          <p:cNvPr id="18" name="Text 16"/>
          <p:cNvSpPr/>
          <p:nvPr/>
        </p:nvSpPr>
        <p:spPr>
          <a:xfrm>
            <a:off x="3365500" y="3071813"/>
            <a:ext cx="227012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8"/>
              </a:lnSpc>
              <a:buNone/>
            </a:pPr>
            <a:r>
              <a:rPr lang="en-US" sz="1140" dirty="0">
                <a:solidFill>
                  <a:srgbClr val="2942BB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текст</a:t>
            </a:r>
            <a:endParaRPr lang="en-US" sz="1140" dirty="0"/>
          </a:p>
        </p:txBody>
      </p:sp>
      <p:sp>
        <p:nvSpPr>
          <p:cNvPr id="19" name="Shape 17"/>
          <p:cNvSpPr/>
          <p:nvPr/>
        </p:nvSpPr>
        <p:spPr>
          <a:xfrm>
            <a:off x="6159500" y="2614613"/>
            <a:ext cx="2651125" cy="1114425"/>
          </a:xfrm>
          <a:prstGeom prst="roundRect">
            <a:avLst>
              <a:gd name="adj" fmla="val 24615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6350000" y="2805113"/>
            <a:ext cx="227012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3"/>
              </a:lnSpc>
              <a:buNone/>
            </a:pPr>
            <a:r>
              <a:rPr lang="en-US" sz="1425" b="1" dirty="0">
                <a:solidFill>
                  <a:srgbClr val="2942BB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Подзаголовок</a:t>
            </a:r>
            <a:endParaRPr lang="en-US" sz="1425" dirty="0"/>
          </a:p>
        </p:txBody>
      </p:sp>
      <p:sp>
        <p:nvSpPr>
          <p:cNvPr id="21" name="Text 19"/>
          <p:cNvSpPr/>
          <p:nvPr/>
        </p:nvSpPr>
        <p:spPr>
          <a:xfrm>
            <a:off x="6350000" y="3071813"/>
            <a:ext cx="227012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8"/>
              </a:lnSpc>
              <a:buNone/>
            </a:pPr>
            <a:r>
              <a:rPr lang="en-US" sz="1140" dirty="0">
                <a:solidFill>
                  <a:srgbClr val="2942BB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текст</a:t>
            </a:r>
            <a:endParaRPr lang="en-US" sz="1140" dirty="0"/>
          </a:p>
        </p:txBody>
      </p:sp>
      <p:sp>
        <p:nvSpPr>
          <p:cNvPr id="22" name="Shape 20"/>
          <p:cNvSpPr/>
          <p:nvPr/>
        </p:nvSpPr>
        <p:spPr>
          <a:xfrm>
            <a:off x="190500" y="3919537"/>
            <a:ext cx="2651125" cy="1114425"/>
          </a:xfrm>
          <a:prstGeom prst="roundRect">
            <a:avLst>
              <a:gd name="adj" fmla="val 24615"/>
            </a:avLst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381000" y="4110038"/>
            <a:ext cx="227012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3"/>
              </a:lnSpc>
              <a:buNone/>
            </a:pPr>
            <a:r>
              <a:rPr lang="en-US" sz="1425" b="1" dirty="0">
                <a:solidFill>
                  <a:srgbClr val="2942BB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Подзаголовок</a:t>
            </a:r>
            <a:endParaRPr lang="en-US" sz="1425" dirty="0"/>
          </a:p>
        </p:txBody>
      </p:sp>
      <p:sp>
        <p:nvSpPr>
          <p:cNvPr id="24" name="Text 22"/>
          <p:cNvSpPr/>
          <p:nvPr/>
        </p:nvSpPr>
        <p:spPr>
          <a:xfrm>
            <a:off x="381000" y="4376738"/>
            <a:ext cx="2270125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8"/>
              </a:lnSpc>
              <a:buNone/>
            </a:pPr>
            <a:r>
              <a:rPr lang="en-US" sz="1140" dirty="0">
                <a:solidFill>
                  <a:srgbClr val="2942BB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текст</a:t>
            </a:r>
            <a:endParaRPr lang="en-US" sz="1140" dirty="0"/>
          </a:p>
          <a:p>
            <a:pPr marL="0" indent="0" algn="l">
              <a:lnSpc>
                <a:spcPts val="1368"/>
              </a:lnSpc>
              <a:buNone/>
            </a:pPr>
            <a:r>
              <a:rPr lang="en-US" sz="1140" dirty="0">
                <a:solidFill>
                  <a:srgbClr val="2942BB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текст</a:t>
            </a:r>
            <a:endParaRPr lang="en-US" sz="1140" dirty="0"/>
          </a:p>
          <a:p>
            <a:pPr marL="0" indent="0" algn="l">
              <a:lnSpc>
                <a:spcPts val="1368"/>
              </a:lnSpc>
              <a:buNone/>
            </a:pPr>
            <a:r>
              <a:rPr lang="en-US" sz="1140" dirty="0">
                <a:solidFill>
                  <a:srgbClr val="2942BB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текст</a:t>
            </a:r>
            <a:endParaRPr lang="en-US" sz="1140" dirty="0"/>
          </a:p>
        </p:txBody>
      </p:sp>
      <p:sp>
        <p:nvSpPr>
          <p:cNvPr id="25" name="Shape 23"/>
          <p:cNvSpPr/>
          <p:nvPr/>
        </p:nvSpPr>
        <p:spPr>
          <a:xfrm>
            <a:off x="3175000" y="3919537"/>
            <a:ext cx="2651125" cy="1114425"/>
          </a:xfrm>
          <a:prstGeom prst="roundRect">
            <a:avLst>
              <a:gd name="adj" fmla="val 24615"/>
            </a:avLst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3365500" y="4110038"/>
            <a:ext cx="227012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3"/>
              </a:lnSpc>
              <a:buNone/>
            </a:pPr>
            <a:r>
              <a:rPr lang="en-US" sz="1425" b="1" dirty="0">
                <a:solidFill>
                  <a:srgbClr val="2942BB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Подзаголовок</a:t>
            </a:r>
            <a:endParaRPr lang="en-US" sz="1425" dirty="0"/>
          </a:p>
        </p:txBody>
      </p:sp>
      <p:sp>
        <p:nvSpPr>
          <p:cNvPr id="27" name="Text 25"/>
          <p:cNvSpPr/>
          <p:nvPr/>
        </p:nvSpPr>
        <p:spPr>
          <a:xfrm>
            <a:off x="3365500" y="4376738"/>
            <a:ext cx="227012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8"/>
              </a:lnSpc>
              <a:buNone/>
            </a:pPr>
            <a:r>
              <a:rPr lang="en-US" sz="1140" dirty="0">
                <a:solidFill>
                  <a:srgbClr val="2942BB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текст</a:t>
            </a:r>
            <a:endParaRPr lang="en-US" sz="1140" dirty="0"/>
          </a:p>
        </p:txBody>
      </p:sp>
      <p:sp>
        <p:nvSpPr>
          <p:cNvPr id="28" name="Shape 26"/>
          <p:cNvSpPr/>
          <p:nvPr/>
        </p:nvSpPr>
        <p:spPr>
          <a:xfrm>
            <a:off x="6159500" y="3919537"/>
            <a:ext cx="2651125" cy="1114425"/>
          </a:xfrm>
          <a:prstGeom prst="roundRect">
            <a:avLst>
              <a:gd name="adj" fmla="val 24615"/>
            </a:avLst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6350000" y="4110038"/>
            <a:ext cx="227012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3"/>
              </a:lnSpc>
              <a:buNone/>
            </a:pPr>
            <a:r>
              <a:rPr lang="en-US" sz="1425" b="1" dirty="0">
                <a:solidFill>
                  <a:srgbClr val="2942BB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Подзаголовок</a:t>
            </a:r>
            <a:endParaRPr lang="en-US" sz="1425" dirty="0"/>
          </a:p>
        </p:txBody>
      </p:sp>
      <p:sp>
        <p:nvSpPr>
          <p:cNvPr id="30" name="Text 28"/>
          <p:cNvSpPr/>
          <p:nvPr/>
        </p:nvSpPr>
        <p:spPr>
          <a:xfrm>
            <a:off x="6350000" y="4376738"/>
            <a:ext cx="227012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8"/>
              </a:lnSpc>
              <a:buNone/>
            </a:pPr>
            <a:r>
              <a:rPr lang="en-US" sz="1140" dirty="0">
                <a:solidFill>
                  <a:srgbClr val="2942BB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текст</a:t>
            </a:r>
            <a:endParaRPr lang="en-US" sz="1140" dirty="0"/>
          </a:p>
        </p:txBody>
      </p:sp>
      <p:sp>
        <p:nvSpPr>
          <p:cNvPr id="31" name="Shape 29"/>
          <p:cNvSpPr/>
          <p:nvPr/>
        </p:nvSpPr>
        <p:spPr>
          <a:xfrm>
            <a:off x="7172325" y="190500"/>
            <a:ext cx="1781175" cy="533400"/>
          </a:xfrm>
          <a:prstGeom prst="rect">
            <a:avLst/>
          </a:prstGeom>
          <a:noFill/>
          <a:ln/>
        </p:spPr>
      </p:sp>
      <p:pic>
        <p:nvPicPr>
          <p:cNvPr id="3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172325" y="304800"/>
            <a:ext cx="1095375" cy="304800"/>
          </a:xfrm>
          <a:prstGeom prst="rect">
            <a:avLst/>
          </a:prstGeom>
        </p:spPr>
      </p:pic>
      <p:sp>
        <p:nvSpPr>
          <p:cNvPr id="33" name="Shape 30"/>
          <p:cNvSpPr/>
          <p:nvPr/>
        </p:nvSpPr>
        <p:spPr>
          <a:xfrm>
            <a:off x="8420100" y="190500"/>
            <a:ext cx="533400" cy="533400"/>
          </a:xfrm>
          <a:prstGeom prst="rect">
            <a:avLst/>
          </a:prstGeom>
          <a:noFill/>
          <a:ln/>
        </p:spPr>
      </p:sp>
      <p:pic>
        <p:nvPicPr>
          <p:cNvPr id="34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871969" y="445126"/>
            <a:ext cx="15679" cy="22578"/>
          </a:xfrm>
          <a:prstGeom prst="rect">
            <a:avLst/>
          </a:prstGeom>
        </p:spPr>
      </p:pic>
      <p:pic>
        <p:nvPicPr>
          <p:cNvPr id="35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889843" y="436033"/>
            <a:ext cx="16306" cy="38884"/>
          </a:xfrm>
          <a:prstGeom prst="rect">
            <a:avLst/>
          </a:prstGeom>
        </p:spPr>
      </p:pic>
      <p:pic>
        <p:nvPicPr>
          <p:cNvPr id="36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908031" y="445126"/>
            <a:ext cx="15365" cy="22578"/>
          </a:xfrm>
          <a:prstGeom prst="rect">
            <a:avLst/>
          </a:prstGeom>
        </p:spPr>
      </p:pic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449577" y="445126"/>
            <a:ext cx="15993" cy="22578"/>
          </a:xfrm>
          <a:prstGeom prst="rect">
            <a:avLst/>
          </a:prstGeom>
        </p:spPr>
      </p:pic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485638" y="445126"/>
            <a:ext cx="15365" cy="22578"/>
          </a:xfrm>
          <a:prstGeom prst="rect">
            <a:avLst/>
          </a:prstGeom>
        </p:spPr>
      </p:pic>
      <p:pic>
        <p:nvPicPr>
          <p:cNvPr id="39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428880" y="199280"/>
            <a:ext cx="515526" cy="515526"/>
          </a:xfrm>
          <a:prstGeom prst="rect">
            <a:avLst/>
          </a:prstGeom>
        </p:spPr>
      </p:pic>
      <p:pic>
        <p:nvPicPr>
          <p:cNvPr id="40" name="Image 7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8622382" y="417100"/>
            <a:ext cx="24623" cy="15979"/>
          </a:xfrm>
          <a:prstGeom prst="rect">
            <a:avLst/>
          </a:prstGeom>
        </p:spPr>
      </p:pic>
      <p:pic>
        <p:nvPicPr>
          <p:cNvPr id="41" name="Image 8" descr="preencoded.png"/>
          <p:cNvPicPr>
            <a:picLocks noChangeAspect="1"/>
          </p:cNvPicPr>
          <p:nvPr/>
        </p:nvPicPr>
        <p:blipFill>
          <a:blip r:embed="rId10"/>
          <a:srcRect b="-9"/>
          <a:stretch/>
        </p:blipFill>
        <p:spPr>
          <a:xfrm>
            <a:off x="8617059" y="428162"/>
            <a:ext cx="23871" cy="11080"/>
          </a:xfrm>
          <a:prstGeom prst="rect">
            <a:avLst/>
          </a:prstGeom>
        </p:spPr>
      </p:pic>
      <p:pic>
        <p:nvPicPr>
          <p:cNvPr id="42" name="Image 9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8644883" y="412565"/>
            <a:ext cx="9399" cy="10096"/>
          </a:xfrm>
          <a:prstGeom prst="rect">
            <a:avLst/>
          </a:prstGeom>
        </p:spPr>
      </p:pic>
      <p:pic>
        <p:nvPicPr>
          <p:cNvPr id="43" name="Image 10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8670651" y="500944"/>
            <a:ext cx="11916" cy="14425"/>
          </a:xfrm>
          <a:prstGeom prst="rect">
            <a:avLst/>
          </a:prstGeom>
        </p:spPr>
      </p:pic>
      <p:pic>
        <p:nvPicPr>
          <p:cNvPr id="44" name="Image 11" descr="preencoded.png"/>
          <p:cNvPicPr>
            <a:picLocks noChangeAspect="1"/>
          </p:cNvPicPr>
          <p:nvPr/>
        </p:nvPicPr>
        <p:blipFill>
          <a:blip r:embed="rId13"/>
          <a:srcRect r="10"/>
          <a:stretch/>
        </p:blipFill>
        <p:spPr>
          <a:xfrm>
            <a:off x="8705772" y="501571"/>
            <a:ext cx="10034" cy="13484"/>
          </a:xfrm>
          <a:prstGeom prst="rect">
            <a:avLst/>
          </a:prstGeom>
        </p:spPr>
      </p:pic>
      <p:pic>
        <p:nvPicPr>
          <p:cNvPr id="45" name="Image 12" descr="preencoded.png"/>
          <p:cNvPicPr>
            <a:picLocks noChangeAspect="1"/>
          </p:cNvPicPr>
          <p:nvPr/>
        </p:nvPicPr>
        <p:blipFill>
          <a:blip r:embed="rId14"/>
          <a:srcRect b="-6"/>
          <a:stretch/>
        </p:blipFill>
        <p:spPr>
          <a:xfrm>
            <a:off x="8670651" y="477426"/>
            <a:ext cx="11916" cy="17625"/>
          </a:xfrm>
          <a:prstGeom prst="rect">
            <a:avLst/>
          </a:prstGeom>
        </p:spPr>
      </p:pic>
      <p:pic>
        <p:nvPicPr>
          <p:cNvPr id="46" name="Image 13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8688524" y="501258"/>
            <a:ext cx="10975" cy="14111"/>
          </a:xfrm>
          <a:prstGeom prst="rect">
            <a:avLst/>
          </a:prstGeom>
        </p:spPr>
      </p:pic>
      <p:pic>
        <p:nvPicPr>
          <p:cNvPr id="47" name="Image 14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8688838" y="479307"/>
            <a:ext cx="10975" cy="16057"/>
          </a:xfrm>
          <a:prstGeom prst="rect">
            <a:avLst/>
          </a:prstGeom>
        </p:spPr>
      </p:pic>
      <p:pic>
        <p:nvPicPr>
          <p:cNvPr id="48" name="Image 15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8708653" y="447903"/>
            <a:ext cx="19321" cy="5739"/>
          </a:xfrm>
          <a:prstGeom prst="rect">
            <a:avLst/>
          </a:prstGeom>
        </p:spPr>
      </p:pic>
      <p:pic>
        <p:nvPicPr>
          <p:cNvPr id="49" name="Image 16" descr="preencoded.png"/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8669710" y="457356"/>
            <a:ext cx="15679" cy="5017"/>
          </a:xfrm>
          <a:prstGeom prst="rect">
            <a:avLst/>
          </a:prstGeom>
        </p:spPr>
      </p:pic>
      <p:pic>
        <p:nvPicPr>
          <p:cNvPr id="50" name="Image 17" descr="preencoded.png"/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8614546" y="543399"/>
            <a:ext cx="36762" cy="7590"/>
          </a:xfrm>
          <a:prstGeom prst="rect">
            <a:avLst/>
          </a:prstGeom>
        </p:spPr>
      </p:pic>
      <p:pic>
        <p:nvPicPr>
          <p:cNvPr id="51" name="Image 18" descr="preencoded.png"/>
          <p:cNvPicPr>
            <a:picLocks noChangeAspect="1"/>
          </p:cNvPicPr>
          <p:nvPr/>
        </p:nvPicPr>
        <p:blipFill>
          <a:blip r:embed="rId19"/>
          <a:srcRect r="-2" b="10"/>
          <a:stretch/>
        </p:blipFill>
        <p:spPr>
          <a:xfrm>
            <a:off x="8745789" y="565330"/>
            <a:ext cx="51612" cy="10048"/>
          </a:xfrm>
          <a:prstGeom prst="rect">
            <a:avLst/>
          </a:prstGeom>
        </p:spPr>
      </p:pic>
      <p:pic>
        <p:nvPicPr>
          <p:cNvPr id="52" name="Image 19" descr="preencoded.png"/>
          <p:cNvPicPr>
            <a:picLocks noChangeAspect="1"/>
          </p:cNvPicPr>
          <p:nvPr/>
        </p:nvPicPr>
        <p:blipFill>
          <a:blip r:embed="rId20"/>
          <a:srcRect r="2"/>
          <a:stretch/>
        </p:blipFill>
        <p:spPr>
          <a:xfrm>
            <a:off x="8673837" y="553646"/>
            <a:ext cx="46661" cy="9229"/>
          </a:xfrm>
          <a:prstGeom prst="rect">
            <a:avLst/>
          </a:prstGeom>
        </p:spPr>
      </p:pic>
      <p:pic>
        <p:nvPicPr>
          <p:cNvPr id="53" name="Image 20" descr="preencoded.png"/>
          <p:cNvPicPr>
            <a:picLocks noChangeAspect="1"/>
          </p:cNvPicPr>
          <p:nvPr/>
        </p:nvPicPr>
        <p:blipFill>
          <a:blip r:embed="rId21"/>
          <a:srcRect/>
          <a:stretch/>
        </p:blipFill>
        <p:spPr>
          <a:xfrm>
            <a:off x="8517937" y="288337"/>
            <a:ext cx="337412" cy="337412"/>
          </a:xfrm>
          <a:prstGeom prst="rect">
            <a:avLst/>
          </a:prstGeom>
        </p:spPr>
      </p:pic>
      <p:pic>
        <p:nvPicPr>
          <p:cNvPr id="54" name="Image 21" descr="preencoded.png"/>
          <p:cNvPicPr>
            <a:picLocks noChangeAspect="1"/>
          </p:cNvPicPr>
          <p:nvPr/>
        </p:nvPicPr>
        <p:blipFill>
          <a:blip r:embed="rId22"/>
          <a:srcRect r="-9"/>
          <a:stretch/>
        </p:blipFill>
        <p:spPr>
          <a:xfrm>
            <a:off x="8658108" y="436347"/>
            <a:ext cx="11603" cy="8153"/>
          </a:xfrm>
          <a:prstGeom prst="rect">
            <a:avLst/>
          </a:prstGeom>
        </p:spPr>
      </p:pic>
      <p:pic>
        <p:nvPicPr>
          <p:cNvPr id="55" name="Image 22" descr="preencoded.png"/>
          <p:cNvPicPr>
            <a:picLocks noChangeAspect="1"/>
          </p:cNvPicPr>
          <p:nvPr/>
        </p:nvPicPr>
        <p:blipFill>
          <a:blip r:embed="rId23"/>
          <a:srcRect/>
          <a:stretch/>
        </p:blipFill>
        <p:spPr>
          <a:xfrm>
            <a:off x="8670651" y="432897"/>
            <a:ext cx="15679" cy="5645"/>
          </a:xfrm>
          <a:prstGeom prst="rect">
            <a:avLst/>
          </a:prstGeom>
        </p:spPr>
      </p:pic>
      <p:pic>
        <p:nvPicPr>
          <p:cNvPr id="56" name="Image 23" descr="preencoded.png"/>
          <p:cNvPicPr>
            <a:picLocks noChangeAspect="1"/>
          </p:cNvPicPr>
          <p:nvPr/>
        </p:nvPicPr>
        <p:blipFill>
          <a:blip r:embed="rId24"/>
          <a:srcRect/>
          <a:stretch/>
        </p:blipFill>
        <p:spPr>
          <a:xfrm>
            <a:off x="8668770" y="436347"/>
            <a:ext cx="15365" cy="5331"/>
          </a:xfrm>
          <a:prstGeom prst="rect">
            <a:avLst/>
          </a:prstGeom>
        </p:spPr>
      </p:pic>
      <p:pic>
        <p:nvPicPr>
          <p:cNvPr id="57" name="Image 24" descr="preencoded.png"/>
          <p:cNvPicPr>
            <a:picLocks noChangeAspect="1"/>
          </p:cNvPicPr>
          <p:nvPr/>
        </p:nvPicPr>
        <p:blipFill>
          <a:blip r:embed="rId25"/>
          <a:srcRect b="2"/>
          <a:stretch/>
        </p:blipFill>
        <p:spPr>
          <a:xfrm>
            <a:off x="8461806" y="503453"/>
            <a:ext cx="60521" cy="59266"/>
          </a:xfrm>
          <a:prstGeom prst="rect">
            <a:avLst/>
          </a:prstGeom>
        </p:spPr>
      </p:pic>
      <p:pic>
        <p:nvPicPr>
          <p:cNvPr id="58" name="Image 25" descr="preencoded.png"/>
          <p:cNvPicPr>
            <a:picLocks noChangeAspect="1"/>
          </p:cNvPicPr>
          <p:nvPr/>
        </p:nvPicPr>
        <p:blipFill>
          <a:blip r:embed="rId26"/>
          <a:srcRect b="2"/>
          <a:stretch/>
        </p:blipFill>
        <p:spPr>
          <a:xfrm>
            <a:off x="8491283" y="556133"/>
            <a:ext cx="64911" cy="64597"/>
          </a:xfrm>
          <a:prstGeom prst="rect">
            <a:avLst/>
          </a:prstGeom>
        </p:spPr>
      </p:pic>
      <p:pic>
        <p:nvPicPr>
          <p:cNvPr id="59" name="Image 26" descr="preencoded.png"/>
          <p:cNvPicPr>
            <a:picLocks noChangeAspect="1"/>
          </p:cNvPicPr>
          <p:nvPr/>
        </p:nvPicPr>
        <p:blipFill>
          <a:blip r:embed="rId27"/>
          <a:srcRect/>
          <a:stretch/>
        </p:blipFill>
        <p:spPr>
          <a:xfrm>
            <a:off x="8538633" y="599722"/>
            <a:ext cx="63971" cy="64284"/>
          </a:xfrm>
          <a:prstGeom prst="rect">
            <a:avLst/>
          </a:prstGeom>
        </p:spPr>
      </p:pic>
      <p:pic>
        <p:nvPicPr>
          <p:cNvPr id="60" name="Image 27" descr="preencoded.png"/>
          <p:cNvPicPr>
            <a:picLocks noChangeAspect="1"/>
          </p:cNvPicPr>
          <p:nvPr/>
        </p:nvPicPr>
        <p:blipFill>
          <a:blip r:embed="rId28"/>
          <a:srcRect r="-2"/>
          <a:stretch/>
        </p:blipFill>
        <p:spPr>
          <a:xfrm>
            <a:off x="8602483" y="634515"/>
            <a:ext cx="52924" cy="49575"/>
          </a:xfrm>
          <a:prstGeom prst="rect">
            <a:avLst/>
          </a:prstGeom>
        </p:spPr>
      </p:pic>
      <p:pic>
        <p:nvPicPr>
          <p:cNvPr id="61" name="Image 28" descr="preencoded.png"/>
          <p:cNvPicPr>
            <a:picLocks noChangeAspect="1"/>
          </p:cNvPicPr>
          <p:nvPr/>
        </p:nvPicPr>
        <p:blipFill>
          <a:blip r:embed="rId29"/>
          <a:srcRect r="2" b="2"/>
          <a:stretch/>
        </p:blipFill>
        <p:spPr>
          <a:xfrm>
            <a:off x="8670023" y="643936"/>
            <a:ext cx="45155" cy="47977"/>
          </a:xfrm>
          <a:prstGeom prst="rect">
            <a:avLst/>
          </a:prstGeom>
        </p:spPr>
      </p:pic>
      <p:pic>
        <p:nvPicPr>
          <p:cNvPr id="62" name="Image 29" descr="preencoded.png"/>
          <p:cNvPicPr>
            <a:picLocks noChangeAspect="1"/>
          </p:cNvPicPr>
          <p:nvPr/>
        </p:nvPicPr>
        <p:blipFill>
          <a:blip r:embed="rId30"/>
          <a:srcRect r="-2"/>
          <a:stretch/>
        </p:blipFill>
        <p:spPr>
          <a:xfrm>
            <a:off x="8729997" y="632401"/>
            <a:ext cx="51895" cy="49724"/>
          </a:xfrm>
          <a:prstGeom prst="rect">
            <a:avLst/>
          </a:prstGeom>
        </p:spPr>
      </p:pic>
      <p:pic>
        <p:nvPicPr>
          <p:cNvPr id="63" name="Image 30" descr="preencoded.png"/>
          <p:cNvPicPr>
            <a:picLocks noChangeAspect="1"/>
          </p:cNvPicPr>
          <p:nvPr/>
        </p:nvPicPr>
        <p:blipFill>
          <a:blip r:embed="rId31"/>
          <a:srcRect r="2" b="-2"/>
          <a:stretch/>
        </p:blipFill>
        <p:spPr>
          <a:xfrm>
            <a:off x="8784166" y="596900"/>
            <a:ext cx="58639" cy="66166"/>
          </a:xfrm>
          <a:prstGeom prst="rect">
            <a:avLst/>
          </a:prstGeom>
        </p:spPr>
      </p:pic>
      <p:pic>
        <p:nvPicPr>
          <p:cNvPr id="64" name="Image 31" descr="preencoded.png"/>
          <p:cNvPicPr>
            <a:picLocks noChangeAspect="1"/>
          </p:cNvPicPr>
          <p:nvPr/>
        </p:nvPicPr>
        <p:blipFill>
          <a:blip r:embed="rId32"/>
          <a:srcRect/>
          <a:stretch/>
        </p:blipFill>
        <p:spPr>
          <a:xfrm>
            <a:off x="8824618" y="552057"/>
            <a:ext cx="64911" cy="64284"/>
          </a:xfrm>
          <a:prstGeom prst="rect">
            <a:avLst/>
          </a:prstGeom>
        </p:spPr>
      </p:pic>
      <p:pic>
        <p:nvPicPr>
          <p:cNvPr id="65" name="Image 32" descr="preencoded.png"/>
          <p:cNvPicPr>
            <a:picLocks noChangeAspect="1"/>
          </p:cNvPicPr>
          <p:nvPr/>
        </p:nvPicPr>
        <p:blipFill>
          <a:blip r:embed="rId33"/>
          <a:srcRect/>
          <a:stretch/>
        </p:blipFill>
        <p:spPr>
          <a:xfrm>
            <a:off x="8862895" y="503453"/>
            <a:ext cx="49918" cy="49988"/>
          </a:xfrm>
          <a:prstGeom prst="rect">
            <a:avLst/>
          </a:prstGeom>
        </p:spPr>
      </p:pic>
      <p:pic>
        <p:nvPicPr>
          <p:cNvPr id="66" name="Image 33" descr="preencoded.png"/>
          <p:cNvPicPr>
            <a:picLocks noChangeAspect="1"/>
          </p:cNvPicPr>
          <p:nvPr/>
        </p:nvPicPr>
        <p:blipFill>
          <a:blip r:embed="rId34"/>
          <a:srcRect/>
          <a:stretch/>
        </p:blipFill>
        <p:spPr>
          <a:xfrm>
            <a:off x="8458357" y="356070"/>
            <a:ext cx="50843" cy="58013"/>
          </a:xfrm>
          <a:prstGeom prst="rect">
            <a:avLst/>
          </a:prstGeom>
        </p:spPr>
      </p:pic>
      <p:pic>
        <p:nvPicPr>
          <p:cNvPr id="67" name="Image 34" descr="preencoded.png"/>
          <p:cNvPicPr>
            <a:picLocks noChangeAspect="1"/>
          </p:cNvPicPr>
          <p:nvPr/>
        </p:nvPicPr>
        <p:blipFill>
          <a:blip r:embed="rId35"/>
          <a:srcRect/>
          <a:stretch/>
        </p:blipFill>
        <p:spPr>
          <a:xfrm>
            <a:off x="8481248" y="306838"/>
            <a:ext cx="64284" cy="63657"/>
          </a:xfrm>
          <a:prstGeom prst="rect">
            <a:avLst/>
          </a:prstGeom>
        </p:spPr>
      </p:pic>
      <p:pic>
        <p:nvPicPr>
          <p:cNvPr id="68" name="Image 35" descr="preencoded.png"/>
          <p:cNvPicPr>
            <a:picLocks noChangeAspect="1"/>
          </p:cNvPicPr>
          <p:nvPr/>
        </p:nvPicPr>
        <p:blipFill>
          <a:blip r:embed="rId36"/>
          <a:srcRect/>
          <a:stretch/>
        </p:blipFill>
        <p:spPr>
          <a:xfrm>
            <a:off x="8519818" y="262622"/>
            <a:ext cx="64911" cy="65225"/>
          </a:xfrm>
          <a:prstGeom prst="rect">
            <a:avLst/>
          </a:prstGeom>
        </p:spPr>
      </p:pic>
      <p:pic>
        <p:nvPicPr>
          <p:cNvPr id="69" name="Image 36" descr="preencoded.png"/>
          <p:cNvPicPr>
            <a:picLocks noChangeAspect="1"/>
          </p:cNvPicPr>
          <p:nvPr/>
        </p:nvPicPr>
        <p:blipFill>
          <a:blip r:embed="rId37"/>
          <a:srcRect/>
          <a:stretch/>
        </p:blipFill>
        <p:spPr>
          <a:xfrm>
            <a:off x="8570932" y="240137"/>
            <a:ext cx="54407" cy="55413"/>
          </a:xfrm>
          <a:prstGeom prst="rect">
            <a:avLst/>
          </a:prstGeom>
        </p:spPr>
      </p:pic>
      <p:pic>
        <p:nvPicPr>
          <p:cNvPr id="70" name="Image 37" descr="preencoded.png"/>
          <p:cNvPicPr>
            <a:picLocks noChangeAspect="1"/>
          </p:cNvPicPr>
          <p:nvPr/>
        </p:nvPicPr>
        <p:blipFill>
          <a:blip r:embed="rId38"/>
          <a:srcRect/>
          <a:stretch/>
        </p:blipFill>
        <p:spPr>
          <a:xfrm>
            <a:off x="8625496" y="222484"/>
            <a:ext cx="46410" cy="53622"/>
          </a:xfrm>
          <a:prstGeom prst="rect">
            <a:avLst/>
          </a:prstGeom>
        </p:spPr>
      </p:pic>
      <p:pic>
        <p:nvPicPr>
          <p:cNvPr id="71" name="Image 38" descr="preencoded.png"/>
          <p:cNvPicPr>
            <a:picLocks noChangeAspect="1"/>
          </p:cNvPicPr>
          <p:nvPr/>
        </p:nvPicPr>
        <p:blipFill>
          <a:blip r:embed="rId39"/>
          <a:srcRect/>
          <a:stretch/>
        </p:blipFill>
        <p:spPr>
          <a:xfrm>
            <a:off x="8676923" y="221543"/>
            <a:ext cx="43588" cy="47665"/>
          </a:xfrm>
          <a:prstGeom prst="rect">
            <a:avLst/>
          </a:prstGeom>
        </p:spPr>
      </p:pic>
      <p:pic>
        <p:nvPicPr>
          <p:cNvPr id="72" name="Image 39" descr="preencoded.png"/>
          <p:cNvPicPr>
            <a:picLocks noChangeAspect="1"/>
          </p:cNvPicPr>
          <p:nvPr/>
        </p:nvPicPr>
        <p:blipFill>
          <a:blip r:embed="rId40"/>
          <a:srcRect/>
          <a:stretch/>
        </p:blipFill>
        <p:spPr>
          <a:xfrm>
            <a:off x="8725982" y="231031"/>
            <a:ext cx="50031" cy="49266"/>
          </a:xfrm>
          <a:prstGeom prst="rect">
            <a:avLst/>
          </a:prstGeom>
        </p:spPr>
      </p:pic>
      <p:pic>
        <p:nvPicPr>
          <p:cNvPr id="73" name="Image 40" descr="preencoded.png"/>
          <p:cNvPicPr>
            <a:picLocks noChangeAspect="1"/>
          </p:cNvPicPr>
          <p:nvPr/>
        </p:nvPicPr>
        <p:blipFill>
          <a:blip r:embed="rId41"/>
          <a:srcRect b="-2"/>
          <a:stretch/>
        </p:blipFill>
        <p:spPr>
          <a:xfrm>
            <a:off x="8767860" y="244749"/>
            <a:ext cx="63343" cy="63971"/>
          </a:xfrm>
          <a:prstGeom prst="rect">
            <a:avLst/>
          </a:prstGeom>
        </p:spPr>
      </p:pic>
      <p:pic>
        <p:nvPicPr>
          <p:cNvPr id="74" name="Image 41" descr="preencoded.png"/>
          <p:cNvPicPr>
            <a:picLocks noChangeAspect="1"/>
          </p:cNvPicPr>
          <p:nvPr/>
        </p:nvPicPr>
        <p:blipFill>
          <a:blip r:embed="rId42"/>
          <a:srcRect r="2" b="-2"/>
          <a:stretch/>
        </p:blipFill>
        <p:spPr>
          <a:xfrm>
            <a:off x="8818974" y="277989"/>
            <a:ext cx="53308" cy="52996"/>
          </a:xfrm>
          <a:prstGeom prst="rect">
            <a:avLst/>
          </a:prstGeom>
        </p:spPr>
      </p:pic>
      <p:pic>
        <p:nvPicPr>
          <p:cNvPr id="75" name="Image 42" descr="preencoded.png"/>
          <p:cNvPicPr>
            <a:picLocks noChangeAspect="1"/>
          </p:cNvPicPr>
          <p:nvPr/>
        </p:nvPicPr>
        <p:blipFill>
          <a:blip r:embed="rId43"/>
          <a:srcRect/>
          <a:stretch/>
        </p:blipFill>
        <p:spPr>
          <a:xfrm>
            <a:off x="8840298" y="320008"/>
            <a:ext cx="59580" cy="56758"/>
          </a:xfrm>
          <a:prstGeom prst="rect">
            <a:avLst/>
          </a:prstGeom>
        </p:spPr>
      </p:pic>
      <p:pic>
        <p:nvPicPr>
          <p:cNvPr id="76" name="Image 43" descr="preencoded.png"/>
          <p:cNvPicPr>
            <a:picLocks noChangeAspect="1"/>
          </p:cNvPicPr>
          <p:nvPr/>
        </p:nvPicPr>
        <p:blipFill>
          <a:blip r:embed="rId44"/>
          <a:srcRect/>
          <a:stretch/>
        </p:blipFill>
        <p:spPr>
          <a:xfrm>
            <a:off x="8865071" y="362969"/>
            <a:ext cx="53622" cy="4327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942B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0500" y="333375"/>
            <a:ext cx="198596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65"/>
              </a:lnSpc>
              <a:buNone/>
            </a:pPr>
            <a:r>
              <a:rPr lang="en-US" sz="2850" dirty="0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Заголовок</a:t>
            </a:r>
            <a:endParaRPr lang="en-US" sz="2850" dirty="0"/>
          </a:p>
        </p:txBody>
      </p:sp>
      <p:sp>
        <p:nvSpPr>
          <p:cNvPr id="3" name="Shape 1"/>
          <p:cNvSpPr/>
          <p:nvPr/>
        </p:nvSpPr>
        <p:spPr>
          <a:xfrm>
            <a:off x="7172325" y="190500"/>
            <a:ext cx="1781175" cy="533400"/>
          </a:xfrm>
          <a:prstGeom prst="rect">
            <a:avLst/>
          </a:prstGeom>
          <a:noFill/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172325" y="304800"/>
            <a:ext cx="1095375" cy="30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420100" y="190500"/>
            <a:ext cx="533400" cy="533400"/>
          </a:xfrm>
          <a:prstGeom prst="rect">
            <a:avLst/>
          </a:prstGeom>
          <a:noFill/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871969" y="445129"/>
            <a:ext cx="15679" cy="22578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889843" y="436034"/>
            <a:ext cx="16306" cy="38884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908031" y="445129"/>
            <a:ext cx="15365" cy="22578"/>
          </a:xfrm>
          <a:prstGeom prst="rect">
            <a:avLst/>
          </a:prstGeom>
        </p:spPr>
      </p:pic>
      <p:pic>
        <p:nvPicPr>
          <p:cNvPr id="9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449577" y="445129"/>
            <a:ext cx="15993" cy="22578"/>
          </a:xfrm>
          <a:prstGeom prst="rect">
            <a:avLst/>
          </a:prstGeom>
        </p:spPr>
      </p:pic>
      <p:pic>
        <p:nvPicPr>
          <p:cNvPr id="10" name="Image 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485638" y="445129"/>
            <a:ext cx="15365" cy="22578"/>
          </a:xfrm>
          <a:prstGeom prst="rect">
            <a:avLst/>
          </a:prstGeom>
        </p:spPr>
      </p:pic>
      <p:pic>
        <p:nvPicPr>
          <p:cNvPr id="11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428880" y="199281"/>
            <a:ext cx="515526" cy="515527"/>
          </a:xfrm>
          <a:prstGeom prst="rect">
            <a:avLst/>
          </a:prstGeom>
        </p:spPr>
      </p:pic>
      <p:pic>
        <p:nvPicPr>
          <p:cNvPr id="12" name="Image 7" descr="preencoded.png"/>
          <p:cNvPicPr>
            <a:picLocks noChangeAspect="1"/>
          </p:cNvPicPr>
          <p:nvPr/>
        </p:nvPicPr>
        <p:blipFill>
          <a:blip r:embed="rId9"/>
          <a:srcRect b="6"/>
          <a:stretch/>
        </p:blipFill>
        <p:spPr>
          <a:xfrm>
            <a:off x="8622382" y="417103"/>
            <a:ext cx="24623" cy="15978"/>
          </a:xfrm>
          <a:prstGeom prst="rect">
            <a:avLst/>
          </a:prstGeom>
        </p:spPr>
      </p:pic>
      <p:pic>
        <p:nvPicPr>
          <p:cNvPr id="13" name="Image 8" descr="preencoded.png"/>
          <p:cNvPicPr>
            <a:picLocks noChangeAspect="1"/>
          </p:cNvPicPr>
          <p:nvPr/>
        </p:nvPicPr>
        <p:blipFill>
          <a:blip r:embed="rId10"/>
          <a:srcRect b="-18"/>
          <a:stretch/>
        </p:blipFill>
        <p:spPr>
          <a:xfrm>
            <a:off x="8617059" y="428163"/>
            <a:ext cx="23871" cy="11081"/>
          </a:xfrm>
          <a:prstGeom prst="rect">
            <a:avLst/>
          </a:prstGeom>
        </p:spPr>
      </p:pic>
      <p:pic>
        <p:nvPicPr>
          <p:cNvPr id="14" name="Image 9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8644883" y="412565"/>
            <a:ext cx="9399" cy="10095"/>
          </a:xfrm>
          <a:prstGeom prst="rect">
            <a:avLst/>
          </a:prstGeom>
        </p:spPr>
      </p:pic>
      <p:pic>
        <p:nvPicPr>
          <p:cNvPr id="15" name="Image 10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8670651" y="500946"/>
            <a:ext cx="11916" cy="14425"/>
          </a:xfrm>
          <a:prstGeom prst="rect">
            <a:avLst/>
          </a:prstGeom>
        </p:spPr>
      </p:pic>
      <p:pic>
        <p:nvPicPr>
          <p:cNvPr id="16" name="Image 11" descr="preencoded.png"/>
          <p:cNvPicPr>
            <a:picLocks noChangeAspect="1"/>
          </p:cNvPicPr>
          <p:nvPr/>
        </p:nvPicPr>
        <p:blipFill>
          <a:blip r:embed="rId13"/>
          <a:srcRect r="10" b="7"/>
          <a:stretch/>
        </p:blipFill>
        <p:spPr>
          <a:xfrm>
            <a:off x="8705772" y="501572"/>
            <a:ext cx="10034" cy="13483"/>
          </a:xfrm>
          <a:prstGeom prst="rect">
            <a:avLst/>
          </a:prstGeom>
        </p:spPr>
      </p:pic>
      <p:pic>
        <p:nvPicPr>
          <p:cNvPr id="17" name="Image 12" descr="preencoded.png"/>
          <p:cNvPicPr>
            <a:picLocks noChangeAspect="1"/>
          </p:cNvPicPr>
          <p:nvPr/>
        </p:nvPicPr>
        <p:blipFill>
          <a:blip r:embed="rId14"/>
          <a:srcRect b="-6"/>
          <a:stretch/>
        </p:blipFill>
        <p:spPr>
          <a:xfrm>
            <a:off x="8670651" y="477427"/>
            <a:ext cx="11916" cy="17625"/>
          </a:xfrm>
          <a:prstGeom prst="rect">
            <a:avLst/>
          </a:prstGeom>
        </p:spPr>
      </p:pic>
      <p:pic>
        <p:nvPicPr>
          <p:cNvPr id="18" name="Image 13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8688524" y="501258"/>
            <a:ext cx="10975" cy="14111"/>
          </a:xfrm>
          <a:prstGeom prst="rect">
            <a:avLst/>
          </a:prstGeom>
        </p:spPr>
      </p:pic>
      <p:pic>
        <p:nvPicPr>
          <p:cNvPr id="19" name="Image 14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8688838" y="479308"/>
            <a:ext cx="10975" cy="16057"/>
          </a:xfrm>
          <a:prstGeom prst="rect">
            <a:avLst/>
          </a:prstGeom>
        </p:spPr>
      </p:pic>
      <p:pic>
        <p:nvPicPr>
          <p:cNvPr id="20" name="Image 15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8708653" y="447904"/>
            <a:ext cx="19321" cy="5739"/>
          </a:xfrm>
          <a:prstGeom prst="rect">
            <a:avLst/>
          </a:prstGeom>
        </p:spPr>
      </p:pic>
      <p:pic>
        <p:nvPicPr>
          <p:cNvPr id="21" name="Image 16" descr="preencoded.png"/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8669710" y="457358"/>
            <a:ext cx="15679" cy="5018"/>
          </a:xfrm>
          <a:prstGeom prst="rect">
            <a:avLst/>
          </a:prstGeom>
        </p:spPr>
      </p:pic>
      <p:pic>
        <p:nvPicPr>
          <p:cNvPr id="22" name="Image 17" descr="preencoded.png"/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8614546" y="543399"/>
            <a:ext cx="36762" cy="7590"/>
          </a:xfrm>
          <a:prstGeom prst="rect">
            <a:avLst/>
          </a:prstGeom>
        </p:spPr>
      </p:pic>
      <p:pic>
        <p:nvPicPr>
          <p:cNvPr id="23" name="Image 18" descr="preencoded.png"/>
          <p:cNvPicPr>
            <a:picLocks noChangeAspect="1"/>
          </p:cNvPicPr>
          <p:nvPr/>
        </p:nvPicPr>
        <p:blipFill>
          <a:blip r:embed="rId19"/>
          <a:srcRect r="-2" b="10"/>
          <a:stretch/>
        </p:blipFill>
        <p:spPr>
          <a:xfrm>
            <a:off x="8745789" y="565330"/>
            <a:ext cx="51612" cy="10048"/>
          </a:xfrm>
          <a:prstGeom prst="rect">
            <a:avLst/>
          </a:prstGeom>
        </p:spPr>
      </p:pic>
      <p:pic>
        <p:nvPicPr>
          <p:cNvPr id="24" name="Image 19" descr="preencoded.png"/>
          <p:cNvPicPr>
            <a:picLocks noChangeAspect="1"/>
          </p:cNvPicPr>
          <p:nvPr/>
        </p:nvPicPr>
        <p:blipFill>
          <a:blip r:embed="rId20"/>
          <a:srcRect r="2" b="-11"/>
          <a:stretch/>
        </p:blipFill>
        <p:spPr>
          <a:xfrm>
            <a:off x="8673837" y="553647"/>
            <a:ext cx="46661" cy="9230"/>
          </a:xfrm>
          <a:prstGeom prst="rect">
            <a:avLst/>
          </a:prstGeom>
        </p:spPr>
      </p:pic>
      <p:pic>
        <p:nvPicPr>
          <p:cNvPr id="25" name="Image 20" descr="preencoded.png"/>
          <p:cNvPicPr>
            <a:picLocks noChangeAspect="1"/>
          </p:cNvPicPr>
          <p:nvPr/>
        </p:nvPicPr>
        <p:blipFill>
          <a:blip r:embed="rId21"/>
          <a:srcRect/>
          <a:stretch/>
        </p:blipFill>
        <p:spPr>
          <a:xfrm>
            <a:off x="8517937" y="288338"/>
            <a:ext cx="337412" cy="337412"/>
          </a:xfrm>
          <a:prstGeom prst="rect">
            <a:avLst/>
          </a:prstGeom>
        </p:spPr>
      </p:pic>
      <p:pic>
        <p:nvPicPr>
          <p:cNvPr id="26" name="Image 21" descr="preencoded.png"/>
          <p:cNvPicPr>
            <a:picLocks noChangeAspect="1"/>
          </p:cNvPicPr>
          <p:nvPr/>
        </p:nvPicPr>
        <p:blipFill>
          <a:blip r:embed="rId22"/>
          <a:srcRect r="-9"/>
          <a:stretch/>
        </p:blipFill>
        <p:spPr>
          <a:xfrm>
            <a:off x="8658108" y="436348"/>
            <a:ext cx="11603" cy="8153"/>
          </a:xfrm>
          <a:prstGeom prst="rect">
            <a:avLst/>
          </a:prstGeom>
        </p:spPr>
      </p:pic>
      <p:pic>
        <p:nvPicPr>
          <p:cNvPr id="27" name="Image 22" descr="preencoded.png"/>
          <p:cNvPicPr>
            <a:picLocks noChangeAspect="1"/>
          </p:cNvPicPr>
          <p:nvPr/>
        </p:nvPicPr>
        <p:blipFill>
          <a:blip r:embed="rId23"/>
          <a:srcRect/>
          <a:stretch/>
        </p:blipFill>
        <p:spPr>
          <a:xfrm>
            <a:off x="8670651" y="432899"/>
            <a:ext cx="15679" cy="5644"/>
          </a:xfrm>
          <a:prstGeom prst="rect">
            <a:avLst/>
          </a:prstGeom>
        </p:spPr>
      </p:pic>
      <p:pic>
        <p:nvPicPr>
          <p:cNvPr id="28" name="Image 23" descr="preencoded.png"/>
          <p:cNvPicPr>
            <a:picLocks noChangeAspect="1"/>
          </p:cNvPicPr>
          <p:nvPr/>
        </p:nvPicPr>
        <p:blipFill>
          <a:blip r:embed="rId24"/>
          <a:srcRect b="19"/>
          <a:stretch/>
        </p:blipFill>
        <p:spPr>
          <a:xfrm>
            <a:off x="8668770" y="436348"/>
            <a:ext cx="15365" cy="5330"/>
          </a:xfrm>
          <a:prstGeom prst="rect">
            <a:avLst/>
          </a:prstGeom>
        </p:spPr>
      </p:pic>
      <p:pic>
        <p:nvPicPr>
          <p:cNvPr id="29" name="Image 24" descr="preencoded.png"/>
          <p:cNvPicPr>
            <a:picLocks noChangeAspect="1"/>
          </p:cNvPicPr>
          <p:nvPr/>
        </p:nvPicPr>
        <p:blipFill>
          <a:blip r:embed="rId25"/>
          <a:srcRect b="2"/>
          <a:stretch/>
        </p:blipFill>
        <p:spPr>
          <a:xfrm>
            <a:off x="8461806" y="503453"/>
            <a:ext cx="60521" cy="59266"/>
          </a:xfrm>
          <a:prstGeom prst="rect">
            <a:avLst/>
          </a:prstGeom>
        </p:spPr>
      </p:pic>
      <p:pic>
        <p:nvPicPr>
          <p:cNvPr id="30" name="Image 25" descr="preencoded.png"/>
          <p:cNvPicPr>
            <a:picLocks noChangeAspect="1"/>
          </p:cNvPicPr>
          <p:nvPr/>
        </p:nvPicPr>
        <p:blipFill>
          <a:blip r:embed="rId26"/>
          <a:srcRect/>
          <a:stretch/>
        </p:blipFill>
        <p:spPr>
          <a:xfrm>
            <a:off x="8491283" y="556136"/>
            <a:ext cx="64911" cy="64598"/>
          </a:xfrm>
          <a:prstGeom prst="rect">
            <a:avLst/>
          </a:prstGeom>
        </p:spPr>
      </p:pic>
      <p:pic>
        <p:nvPicPr>
          <p:cNvPr id="31" name="Image 26" descr="preencoded.png"/>
          <p:cNvPicPr>
            <a:picLocks noChangeAspect="1"/>
          </p:cNvPicPr>
          <p:nvPr/>
        </p:nvPicPr>
        <p:blipFill>
          <a:blip r:embed="rId27"/>
          <a:srcRect/>
          <a:stretch/>
        </p:blipFill>
        <p:spPr>
          <a:xfrm>
            <a:off x="8538633" y="599724"/>
            <a:ext cx="63971" cy="64284"/>
          </a:xfrm>
          <a:prstGeom prst="rect">
            <a:avLst/>
          </a:prstGeom>
        </p:spPr>
      </p:pic>
      <p:pic>
        <p:nvPicPr>
          <p:cNvPr id="32" name="Image 27" descr="preencoded.png"/>
          <p:cNvPicPr>
            <a:picLocks noChangeAspect="1"/>
          </p:cNvPicPr>
          <p:nvPr/>
        </p:nvPicPr>
        <p:blipFill>
          <a:blip r:embed="rId28"/>
          <a:srcRect/>
          <a:stretch/>
        </p:blipFill>
        <p:spPr>
          <a:xfrm>
            <a:off x="8602483" y="634515"/>
            <a:ext cx="52924" cy="49576"/>
          </a:xfrm>
          <a:prstGeom prst="rect">
            <a:avLst/>
          </a:prstGeom>
        </p:spPr>
      </p:pic>
      <p:pic>
        <p:nvPicPr>
          <p:cNvPr id="33" name="Image 28" descr="preencoded.png"/>
          <p:cNvPicPr>
            <a:picLocks noChangeAspect="1"/>
          </p:cNvPicPr>
          <p:nvPr/>
        </p:nvPicPr>
        <p:blipFill>
          <a:blip r:embed="rId29"/>
          <a:srcRect r="2"/>
          <a:stretch/>
        </p:blipFill>
        <p:spPr>
          <a:xfrm>
            <a:off x="8670023" y="643937"/>
            <a:ext cx="45155" cy="47978"/>
          </a:xfrm>
          <a:prstGeom prst="rect">
            <a:avLst/>
          </a:prstGeom>
        </p:spPr>
      </p:pic>
      <p:pic>
        <p:nvPicPr>
          <p:cNvPr id="34" name="Image 29" descr="preencoded.png"/>
          <p:cNvPicPr>
            <a:picLocks noChangeAspect="1"/>
          </p:cNvPicPr>
          <p:nvPr/>
        </p:nvPicPr>
        <p:blipFill>
          <a:blip r:embed="rId30"/>
          <a:srcRect/>
          <a:stretch/>
        </p:blipFill>
        <p:spPr>
          <a:xfrm>
            <a:off x="8729997" y="632403"/>
            <a:ext cx="51895" cy="49725"/>
          </a:xfrm>
          <a:prstGeom prst="rect">
            <a:avLst/>
          </a:prstGeom>
        </p:spPr>
      </p:pic>
      <p:pic>
        <p:nvPicPr>
          <p:cNvPr id="35" name="Image 30" descr="preencoded.png"/>
          <p:cNvPicPr>
            <a:picLocks noChangeAspect="1"/>
          </p:cNvPicPr>
          <p:nvPr/>
        </p:nvPicPr>
        <p:blipFill>
          <a:blip r:embed="rId31"/>
          <a:srcRect r="2" b="-2"/>
          <a:stretch/>
        </p:blipFill>
        <p:spPr>
          <a:xfrm>
            <a:off x="8784166" y="596901"/>
            <a:ext cx="58639" cy="66166"/>
          </a:xfrm>
          <a:prstGeom prst="rect">
            <a:avLst/>
          </a:prstGeom>
        </p:spPr>
      </p:pic>
      <p:pic>
        <p:nvPicPr>
          <p:cNvPr id="36" name="Image 31" descr="preencoded.png"/>
          <p:cNvPicPr>
            <a:picLocks noChangeAspect="1"/>
          </p:cNvPicPr>
          <p:nvPr/>
        </p:nvPicPr>
        <p:blipFill>
          <a:blip r:embed="rId32"/>
          <a:srcRect/>
          <a:stretch/>
        </p:blipFill>
        <p:spPr>
          <a:xfrm>
            <a:off x="8824618" y="552059"/>
            <a:ext cx="64911" cy="64284"/>
          </a:xfrm>
          <a:prstGeom prst="rect">
            <a:avLst/>
          </a:prstGeom>
        </p:spPr>
      </p:pic>
      <p:pic>
        <p:nvPicPr>
          <p:cNvPr id="37" name="Image 32" descr="preencoded.png"/>
          <p:cNvPicPr>
            <a:picLocks noChangeAspect="1"/>
          </p:cNvPicPr>
          <p:nvPr/>
        </p:nvPicPr>
        <p:blipFill>
          <a:blip r:embed="rId33"/>
          <a:srcRect/>
          <a:stretch/>
        </p:blipFill>
        <p:spPr>
          <a:xfrm>
            <a:off x="8862895" y="503453"/>
            <a:ext cx="49918" cy="49988"/>
          </a:xfrm>
          <a:prstGeom prst="rect">
            <a:avLst/>
          </a:prstGeom>
        </p:spPr>
      </p:pic>
      <p:pic>
        <p:nvPicPr>
          <p:cNvPr id="38" name="Image 33" descr="preencoded.png"/>
          <p:cNvPicPr>
            <a:picLocks noChangeAspect="1"/>
          </p:cNvPicPr>
          <p:nvPr/>
        </p:nvPicPr>
        <p:blipFill>
          <a:blip r:embed="rId34"/>
          <a:srcRect/>
          <a:stretch/>
        </p:blipFill>
        <p:spPr>
          <a:xfrm>
            <a:off x="8458357" y="356071"/>
            <a:ext cx="50843" cy="58013"/>
          </a:xfrm>
          <a:prstGeom prst="rect">
            <a:avLst/>
          </a:prstGeom>
        </p:spPr>
      </p:pic>
      <p:pic>
        <p:nvPicPr>
          <p:cNvPr id="39" name="Image 34" descr="preencoded.png"/>
          <p:cNvPicPr>
            <a:picLocks noChangeAspect="1"/>
          </p:cNvPicPr>
          <p:nvPr/>
        </p:nvPicPr>
        <p:blipFill>
          <a:blip r:embed="rId35"/>
          <a:srcRect/>
          <a:stretch/>
        </p:blipFill>
        <p:spPr>
          <a:xfrm>
            <a:off x="8481248" y="306839"/>
            <a:ext cx="64284" cy="63657"/>
          </a:xfrm>
          <a:prstGeom prst="rect">
            <a:avLst/>
          </a:prstGeom>
        </p:spPr>
      </p:pic>
      <p:pic>
        <p:nvPicPr>
          <p:cNvPr id="40" name="Image 35" descr="preencoded.png"/>
          <p:cNvPicPr>
            <a:picLocks noChangeAspect="1"/>
          </p:cNvPicPr>
          <p:nvPr/>
        </p:nvPicPr>
        <p:blipFill>
          <a:blip r:embed="rId36"/>
          <a:srcRect b="2"/>
          <a:stretch/>
        </p:blipFill>
        <p:spPr>
          <a:xfrm>
            <a:off x="8519818" y="262624"/>
            <a:ext cx="64911" cy="65224"/>
          </a:xfrm>
          <a:prstGeom prst="rect">
            <a:avLst/>
          </a:prstGeom>
        </p:spPr>
      </p:pic>
      <p:pic>
        <p:nvPicPr>
          <p:cNvPr id="41" name="Image 36" descr="preencoded.png"/>
          <p:cNvPicPr>
            <a:picLocks noChangeAspect="1"/>
          </p:cNvPicPr>
          <p:nvPr/>
        </p:nvPicPr>
        <p:blipFill>
          <a:blip r:embed="rId37"/>
          <a:srcRect/>
          <a:stretch/>
        </p:blipFill>
        <p:spPr>
          <a:xfrm>
            <a:off x="8570932" y="240137"/>
            <a:ext cx="54407" cy="55413"/>
          </a:xfrm>
          <a:prstGeom prst="rect">
            <a:avLst/>
          </a:prstGeom>
        </p:spPr>
      </p:pic>
      <p:pic>
        <p:nvPicPr>
          <p:cNvPr id="42" name="Image 37" descr="preencoded.png"/>
          <p:cNvPicPr>
            <a:picLocks noChangeAspect="1"/>
          </p:cNvPicPr>
          <p:nvPr/>
        </p:nvPicPr>
        <p:blipFill>
          <a:blip r:embed="rId38"/>
          <a:srcRect/>
          <a:stretch/>
        </p:blipFill>
        <p:spPr>
          <a:xfrm>
            <a:off x="8625496" y="222486"/>
            <a:ext cx="46410" cy="53622"/>
          </a:xfrm>
          <a:prstGeom prst="rect">
            <a:avLst/>
          </a:prstGeom>
        </p:spPr>
      </p:pic>
      <p:pic>
        <p:nvPicPr>
          <p:cNvPr id="43" name="Image 38" descr="preencoded.png"/>
          <p:cNvPicPr>
            <a:picLocks noChangeAspect="1"/>
          </p:cNvPicPr>
          <p:nvPr/>
        </p:nvPicPr>
        <p:blipFill>
          <a:blip r:embed="rId39"/>
          <a:srcRect/>
          <a:stretch/>
        </p:blipFill>
        <p:spPr>
          <a:xfrm>
            <a:off x="8676923" y="221545"/>
            <a:ext cx="43588" cy="47665"/>
          </a:xfrm>
          <a:prstGeom prst="rect">
            <a:avLst/>
          </a:prstGeom>
        </p:spPr>
      </p:pic>
      <p:pic>
        <p:nvPicPr>
          <p:cNvPr id="44" name="Image 39" descr="preencoded.png"/>
          <p:cNvPicPr>
            <a:picLocks noChangeAspect="1"/>
          </p:cNvPicPr>
          <p:nvPr/>
        </p:nvPicPr>
        <p:blipFill>
          <a:blip r:embed="rId40"/>
          <a:srcRect b="2"/>
          <a:stretch/>
        </p:blipFill>
        <p:spPr>
          <a:xfrm>
            <a:off x="8725982" y="231032"/>
            <a:ext cx="50031" cy="49264"/>
          </a:xfrm>
          <a:prstGeom prst="rect">
            <a:avLst/>
          </a:prstGeom>
        </p:spPr>
      </p:pic>
      <p:pic>
        <p:nvPicPr>
          <p:cNvPr id="45" name="Image 40" descr="preencoded.png"/>
          <p:cNvPicPr>
            <a:picLocks noChangeAspect="1"/>
          </p:cNvPicPr>
          <p:nvPr/>
        </p:nvPicPr>
        <p:blipFill>
          <a:blip r:embed="rId41"/>
          <a:srcRect b="-2"/>
          <a:stretch/>
        </p:blipFill>
        <p:spPr>
          <a:xfrm>
            <a:off x="8767860" y="244750"/>
            <a:ext cx="63343" cy="63971"/>
          </a:xfrm>
          <a:prstGeom prst="rect">
            <a:avLst/>
          </a:prstGeom>
        </p:spPr>
      </p:pic>
      <p:pic>
        <p:nvPicPr>
          <p:cNvPr id="46" name="Image 41" descr="preencoded.png"/>
          <p:cNvPicPr>
            <a:picLocks noChangeAspect="1"/>
          </p:cNvPicPr>
          <p:nvPr/>
        </p:nvPicPr>
        <p:blipFill>
          <a:blip r:embed="rId42"/>
          <a:srcRect r="2" b="2"/>
          <a:stretch/>
        </p:blipFill>
        <p:spPr>
          <a:xfrm>
            <a:off x="8818974" y="277990"/>
            <a:ext cx="53308" cy="52994"/>
          </a:xfrm>
          <a:prstGeom prst="rect">
            <a:avLst/>
          </a:prstGeom>
        </p:spPr>
      </p:pic>
      <p:pic>
        <p:nvPicPr>
          <p:cNvPr id="47" name="Image 42" descr="preencoded.png"/>
          <p:cNvPicPr>
            <a:picLocks noChangeAspect="1"/>
          </p:cNvPicPr>
          <p:nvPr/>
        </p:nvPicPr>
        <p:blipFill>
          <a:blip r:embed="rId43"/>
          <a:srcRect b="2"/>
          <a:stretch/>
        </p:blipFill>
        <p:spPr>
          <a:xfrm>
            <a:off x="8840298" y="320008"/>
            <a:ext cx="59580" cy="56757"/>
          </a:xfrm>
          <a:prstGeom prst="rect">
            <a:avLst/>
          </a:prstGeom>
        </p:spPr>
      </p:pic>
      <p:pic>
        <p:nvPicPr>
          <p:cNvPr id="48" name="Image 43" descr="preencoded.png"/>
          <p:cNvPicPr>
            <a:picLocks noChangeAspect="1"/>
          </p:cNvPicPr>
          <p:nvPr/>
        </p:nvPicPr>
        <p:blipFill>
          <a:blip r:embed="rId44"/>
          <a:srcRect/>
          <a:stretch/>
        </p:blipFill>
        <p:spPr>
          <a:xfrm>
            <a:off x="8865071" y="362971"/>
            <a:ext cx="53622" cy="43274"/>
          </a:xfrm>
          <a:prstGeom prst="rect">
            <a:avLst/>
          </a:prstGeom>
        </p:spPr>
      </p:pic>
      <p:sp>
        <p:nvSpPr>
          <p:cNvPr id="49" name="Shape 3"/>
          <p:cNvSpPr/>
          <p:nvPr/>
        </p:nvSpPr>
        <p:spPr>
          <a:xfrm>
            <a:off x="190500" y="1047750"/>
            <a:ext cx="8763000" cy="3905250"/>
          </a:xfrm>
          <a:prstGeom prst="rect">
            <a:avLst/>
          </a:prstGeom>
          <a:noFill/>
          <a:ln/>
        </p:spPr>
      </p:sp>
      <p:sp>
        <p:nvSpPr>
          <p:cNvPr id="50" name="Shape 4"/>
          <p:cNvSpPr/>
          <p:nvPr/>
        </p:nvSpPr>
        <p:spPr>
          <a:xfrm>
            <a:off x="190500" y="1047750"/>
            <a:ext cx="4095750" cy="914400"/>
          </a:xfrm>
          <a:prstGeom prst="rect">
            <a:avLst/>
          </a:prstGeom>
          <a:noFill/>
          <a:ln/>
        </p:spPr>
      </p:sp>
      <p:sp>
        <p:nvSpPr>
          <p:cNvPr id="51" name="Text 5"/>
          <p:cNvSpPr/>
          <p:nvPr/>
        </p:nvSpPr>
        <p:spPr>
          <a:xfrm>
            <a:off x="190500" y="1047750"/>
            <a:ext cx="40957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8"/>
              </a:lnSpc>
              <a:buNone/>
            </a:pPr>
            <a:r>
              <a:rPr lang="en-US" sz="1140" dirty="0">
                <a:solidFill>
                  <a:srgbClr val="3D95F7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Текст</a:t>
            </a:r>
            <a:endParaRPr lang="en-US" sz="1140" dirty="0"/>
          </a:p>
        </p:txBody>
      </p:sp>
      <p:sp>
        <p:nvSpPr>
          <p:cNvPr id="52" name="Text 6"/>
          <p:cNvSpPr/>
          <p:nvPr/>
        </p:nvSpPr>
        <p:spPr>
          <a:xfrm>
            <a:off x="190500" y="1247775"/>
            <a:ext cx="40957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5"/>
              </a:lnSpc>
              <a:buNone/>
            </a:pPr>
            <a:r>
              <a:rPr lang="en-US" sz="1639" b="1" dirty="0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Подзаголовок</a:t>
            </a:r>
            <a:endParaRPr lang="en-US" sz="1639" dirty="0"/>
          </a:p>
        </p:txBody>
      </p:sp>
      <p:sp>
        <p:nvSpPr>
          <p:cNvPr id="53" name="Text 7"/>
          <p:cNvSpPr/>
          <p:nvPr/>
        </p:nvSpPr>
        <p:spPr>
          <a:xfrm>
            <a:off x="190500" y="1495425"/>
            <a:ext cx="409575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8"/>
              </a:lnSpc>
              <a:buNone/>
            </a:pPr>
            <a:r>
              <a:rPr lang="en-US" sz="1140" dirty="0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текст</a:t>
            </a:r>
            <a:endParaRPr lang="en-US" sz="1140" dirty="0"/>
          </a:p>
          <a:p>
            <a:pPr marL="0" indent="0" algn="l">
              <a:lnSpc>
                <a:spcPts val="1368"/>
              </a:lnSpc>
              <a:buNone/>
            </a:pPr>
            <a:r>
              <a:rPr lang="en-US" sz="1140" dirty="0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текст</a:t>
            </a:r>
            <a:endParaRPr lang="en-US" sz="1140" dirty="0"/>
          </a:p>
          <a:p>
            <a:pPr marL="0" indent="0" algn="l">
              <a:lnSpc>
                <a:spcPts val="1368"/>
              </a:lnSpc>
              <a:buNone/>
            </a:pPr>
            <a:r>
              <a:rPr lang="en-US" sz="1140" dirty="0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текст</a:t>
            </a:r>
            <a:endParaRPr lang="en-US" sz="1140" dirty="0"/>
          </a:p>
        </p:txBody>
      </p:sp>
      <p:sp>
        <p:nvSpPr>
          <p:cNvPr id="54" name="Shape 8"/>
          <p:cNvSpPr/>
          <p:nvPr/>
        </p:nvSpPr>
        <p:spPr>
          <a:xfrm>
            <a:off x="4667250" y="1047750"/>
            <a:ext cx="4095750" cy="914400"/>
          </a:xfrm>
          <a:prstGeom prst="rect">
            <a:avLst/>
          </a:prstGeom>
          <a:noFill/>
          <a:ln/>
        </p:spPr>
      </p:sp>
      <p:sp>
        <p:nvSpPr>
          <p:cNvPr id="55" name="Text 9"/>
          <p:cNvSpPr/>
          <p:nvPr/>
        </p:nvSpPr>
        <p:spPr>
          <a:xfrm>
            <a:off x="4667250" y="1047750"/>
            <a:ext cx="40957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8"/>
              </a:lnSpc>
              <a:buNone/>
            </a:pPr>
            <a:r>
              <a:rPr lang="en-US" sz="1140" dirty="0">
                <a:solidFill>
                  <a:srgbClr val="3D95F7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Текст</a:t>
            </a:r>
            <a:endParaRPr lang="en-US" sz="1140" dirty="0"/>
          </a:p>
        </p:txBody>
      </p:sp>
      <p:sp>
        <p:nvSpPr>
          <p:cNvPr id="56" name="Text 10"/>
          <p:cNvSpPr/>
          <p:nvPr/>
        </p:nvSpPr>
        <p:spPr>
          <a:xfrm>
            <a:off x="4667250" y="1247775"/>
            <a:ext cx="40957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5"/>
              </a:lnSpc>
              <a:buNone/>
            </a:pPr>
            <a:r>
              <a:rPr lang="en-US" sz="1639" b="1" dirty="0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Подзаголовок</a:t>
            </a:r>
            <a:endParaRPr lang="en-US" sz="1639" dirty="0"/>
          </a:p>
        </p:txBody>
      </p:sp>
      <p:sp>
        <p:nvSpPr>
          <p:cNvPr id="57" name="Text 11"/>
          <p:cNvSpPr/>
          <p:nvPr/>
        </p:nvSpPr>
        <p:spPr>
          <a:xfrm>
            <a:off x="4667250" y="1495425"/>
            <a:ext cx="409575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8"/>
              </a:lnSpc>
              <a:buNone/>
            </a:pPr>
            <a:r>
              <a:rPr lang="en-US" sz="1140" dirty="0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текст</a:t>
            </a:r>
            <a:endParaRPr lang="en-US" sz="1140" dirty="0"/>
          </a:p>
          <a:p>
            <a:pPr marL="0" indent="0" algn="l">
              <a:lnSpc>
                <a:spcPts val="1368"/>
              </a:lnSpc>
              <a:buNone/>
            </a:pPr>
            <a:r>
              <a:rPr lang="en-US" sz="1140" dirty="0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текст</a:t>
            </a:r>
            <a:endParaRPr lang="en-US" sz="1140" dirty="0"/>
          </a:p>
          <a:p>
            <a:pPr marL="0" indent="0" algn="l">
              <a:lnSpc>
                <a:spcPts val="1368"/>
              </a:lnSpc>
              <a:buNone/>
            </a:pPr>
            <a:r>
              <a:rPr lang="en-US" sz="1140" dirty="0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текст</a:t>
            </a:r>
            <a:endParaRPr lang="en-US" sz="1140" dirty="0"/>
          </a:p>
        </p:txBody>
      </p:sp>
      <p:sp>
        <p:nvSpPr>
          <p:cNvPr id="58" name="Shape 12"/>
          <p:cNvSpPr/>
          <p:nvPr/>
        </p:nvSpPr>
        <p:spPr>
          <a:xfrm>
            <a:off x="190500" y="2295525"/>
            <a:ext cx="4095750" cy="914400"/>
          </a:xfrm>
          <a:prstGeom prst="rect">
            <a:avLst/>
          </a:prstGeom>
          <a:noFill/>
          <a:ln/>
        </p:spPr>
      </p:sp>
      <p:sp>
        <p:nvSpPr>
          <p:cNvPr id="59" name="Text 13"/>
          <p:cNvSpPr/>
          <p:nvPr/>
        </p:nvSpPr>
        <p:spPr>
          <a:xfrm>
            <a:off x="190500" y="2295525"/>
            <a:ext cx="40957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8"/>
              </a:lnSpc>
              <a:buNone/>
            </a:pPr>
            <a:r>
              <a:rPr lang="en-US" sz="1140" dirty="0">
                <a:solidFill>
                  <a:srgbClr val="3D95F7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Текст</a:t>
            </a:r>
            <a:endParaRPr lang="en-US" sz="1140" dirty="0"/>
          </a:p>
        </p:txBody>
      </p:sp>
      <p:sp>
        <p:nvSpPr>
          <p:cNvPr id="60" name="Text 14"/>
          <p:cNvSpPr/>
          <p:nvPr/>
        </p:nvSpPr>
        <p:spPr>
          <a:xfrm>
            <a:off x="190500" y="2495550"/>
            <a:ext cx="40957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5"/>
              </a:lnSpc>
              <a:buNone/>
            </a:pPr>
            <a:r>
              <a:rPr lang="en-US" sz="1639" b="1" dirty="0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Подзаголовок</a:t>
            </a:r>
            <a:endParaRPr lang="en-US" sz="1639" dirty="0"/>
          </a:p>
        </p:txBody>
      </p:sp>
      <p:sp>
        <p:nvSpPr>
          <p:cNvPr id="61" name="Text 15"/>
          <p:cNvSpPr/>
          <p:nvPr/>
        </p:nvSpPr>
        <p:spPr>
          <a:xfrm>
            <a:off x="190500" y="2743200"/>
            <a:ext cx="409575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8"/>
              </a:lnSpc>
              <a:buNone/>
            </a:pPr>
            <a:r>
              <a:rPr lang="en-US" sz="1140" dirty="0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текст</a:t>
            </a:r>
            <a:endParaRPr lang="en-US" sz="1140" dirty="0"/>
          </a:p>
          <a:p>
            <a:pPr marL="0" indent="0" algn="l">
              <a:lnSpc>
                <a:spcPts val="1368"/>
              </a:lnSpc>
              <a:buNone/>
            </a:pPr>
            <a:r>
              <a:rPr lang="en-US" sz="1140" dirty="0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текст</a:t>
            </a:r>
            <a:endParaRPr lang="en-US" sz="1140" dirty="0"/>
          </a:p>
          <a:p>
            <a:pPr marL="0" indent="0" algn="l">
              <a:lnSpc>
                <a:spcPts val="1368"/>
              </a:lnSpc>
              <a:buNone/>
            </a:pPr>
            <a:r>
              <a:rPr lang="en-US" sz="1140" dirty="0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текст</a:t>
            </a:r>
            <a:endParaRPr lang="en-US" sz="1140" dirty="0"/>
          </a:p>
        </p:txBody>
      </p:sp>
      <p:sp>
        <p:nvSpPr>
          <p:cNvPr id="62" name="Shape 16"/>
          <p:cNvSpPr/>
          <p:nvPr/>
        </p:nvSpPr>
        <p:spPr>
          <a:xfrm>
            <a:off x="4667250" y="2295525"/>
            <a:ext cx="4095750" cy="914400"/>
          </a:xfrm>
          <a:prstGeom prst="rect">
            <a:avLst/>
          </a:prstGeom>
          <a:noFill/>
          <a:ln/>
        </p:spPr>
      </p:sp>
      <p:sp>
        <p:nvSpPr>
          <p:cNvPr id="63" name="Text 17"/>
          <p:cNvSpPr/>
          <p:nvPr/>
        </p:nvSpPr>
        <p:spPr>
          <a:xfrm>
            <a:off x="4667250" y="2295525"/>
            <a:ext cx="40957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8"/>
              </a:lnSpc>
              <a:buNone/>
            </a:pPr>
            <a:r>
              <a:rPr lang="en-US" sz="1140" dirty="0">
                <a:solidFill>
                  <a:srgbClr val="3D95F7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Текст</a:t>
            </a:r>
            <a:endParaRPr lang="en-US" sz="1140" dirty="0"/>
          </a:p>
        </p:txBody>
      </p:sp>
      <p:sp>
        <p:nvSpPr>
          <p:cNvPr id="64" name="Text 18"/>
          <p:cNvSpPr/>
          <p:nvPr/>
        </p:nvSpPr>
        <p:spPr>
          <a:xfrm>
            <a:off x="4667250" y="2495550"/>
            <a:ext cx="40957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5"/>
              </a:lnSpc>
              <a:buNone/>
            </a:pPr>
            <a:r>
              <a:rPr lang="en-US" sz="1639" b="1" dirty="0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Подзаголовок</a:t>
            </a:r>
            <a:endParaRPr lang="en-US" sz="1639" dirty="0"/>
          </a:p>
        </p:txBody>
      </p:sp>
      <p:sp>
        <p:nvSpPr>
          <p:cNvPr id="65" name="Text 19"/>
          <p:cNvSpPr/>
          <p:nvPr/>
        </p:nvSpPr>
        <p:spPr>
          <a:xfrm>
            <a:off x="4667250" y="2743200"/>
            <a:ext cx="409575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8"/>
              </a:lnSpc>
              <a:buNone/>
            </a:pPr>
            <a:r>
              <a:rPr lang="en-US" sz="1140" dirty="0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текст</a:t>
            </a:r>
            <a:endParaRPr lang="en-US" sz="1140" dirty="0"/>
          </a:p>
          <a:p>
            <a:pPr marL="0" indent="0" algn="l">
              <a:lnSpc>
                <a:spcPts val="1368"/>
              </a:lnSpc>
              <a:buNone/>
            </a:pPr>
            <a:r>
              <a:rPr lang="en-US" sz="1140" dirty="0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текст</a:t>
            </a:r>
            <a:endParaRPr lang="en-US" sz="1140" dirty="0"/>
          </a:p>
          <a:p>
            <a:pPr marL="0" indent="0" algn="l">
              <a:lnSpc>
                <a:spcPts val="1368"/>
              </a:lnSpc>
              <a:buNone/>
            </a:pPr>
            <a:r>
              <a:rPr lang="en-US" sz="1140" dirty="0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текст</a:t>
            </a:r>
            <a:endParaRPr lang="en-US" sz="1140" dirty="0"/>
          </a:p>
        </p:txBody>
      </p:sp>
      <p:sp>
        <p:nvSpPr>
          <p:cNvPr id="66" name="Shape 20"/>
          <p:cNvSpPr/>
          <p:nvPr/>
        </p:nvSpPr>
        <p:spPr>
          <a:xfrm>
            <a:off x="190500" y="3543300"/>
            <a:ext cx="4095750" cy="914400"/>
          </a:xfrm>
          <a:prstGeom prst="rect">
            <a:avLst/>
          </a:prstGeom>
          <a:noFill/>
          <a:ln/>
        </p:spPr>
      </p:sp>
      <p:sp>
        <p:nvSpPr>
          <p:cNvPr id="67" name="Text 21"/>
          <p:cNvSpPr/>
          <p:nvPr/>
        </p:nvSpPr>
        <p:spPr>
          <a:xfrm>
            <a:off x="190500" y="3543300"/>
            <a:ext cx="40957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8"/>
              </a:lnSpc>
              <a:buNone/>
            </a:pPr>
            <a:r>
              <a:rPr lang="en-US" sz="1140" dirty="0">
                <a:solidFill>
                  <a:srgbClr val="3D95F7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Текст</a:t>
            </a:r>
            <a:endParaRPr lang="en-US" sz="1140" dirty="0"/>
          </a:p>
        </p:txBody>
      </p:sp>
      <p:sp>
        <p:nvSpPr>
          <p:cNvPr id="68" name="Text 22"/>
          <p:cNvSpPr/>
          <p:nvPr/>
        </p:nvSpPr>
        <p:spPr>
          <a:xfrm>
            <a:off x="190500" y="3743325"/>
            <a:ext cx="40957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5"/>
              </a:lnSpc>
              <a:buNone/>
            </a:pPr>
            <a:r>
              <a:rPr lang="en-US" sz="1639" b="1" dirty="0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Подзаголовок</a:t>
            </a:r>
            <a:endParaRPr lang="en-US" sz="1639" dirty="0"/>
          </a:p>
        </p:txBody>
      </p:sp>
      <p:sp>
        <p:nvSpPr>
          <p:cNvPr id="69" name="Text 23"/>
          <p:cNvSpPr/>
          <p:nvPr/>
        </p:nvSpPr>
        <p:spPr>
          <a:xfrm>
            <a:off x="190500" y="3990975"/>
            <a:ext cx="409575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8"/>
              </a:lnSpc>
              <a:buNone/>
            </a:pPr>
            <a:r>
              <a:rPr lang="en-US" sz="1140" dirty="0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текст</a:t>
            </a:r>
            <a:endParaRPr lang="en-US" sz="1140" dirty="0"/>
          </a:p>
          <a:p>
            <a:pPr marL="0" indent="0" algn="l">
              <a:lnSpc>
                <a:spcPts val="1368"/>
              </a:lnSpc>
              <a:buNone/>
            </a:pPr>
            <a:r>
              <a:rPr lang="en-US" sz="1140" dirty="0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текст</a:t>
            </a:r>
            <a:endParaRPr lang="en-US" sz="1140" dirty="0"/>
          </a:p>
          <a:p>
            <a:pPr marL="0" indent="0" algn="l">
              <a:lnSpc>
                <a:spcPts val="1368"/>
              </a:lnSpc>
              <a:buNone/>
            </a:pPr>
            <a:r>
              <a:rPr lang="en-US" sz="1140" dirty="0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текст</a:t>
            </a:r>
            <a:endParaRPr lang="en-US" sz="1140" dirty="0"/>
          </a:p>
        </p:txBody>
      </p:sp>
      <p:pic>
        <p:nvPicPr>
          <p:cNvPr id="70" name="Image 44" descr="preencoded.png"/>
          <p:cNvPicPr>
            <a:picLocks noChangeAspect="1"/>
          </p:cNvPicPr>
          <p:nvPr/>
        </p:nvPicPr>
        <p:blipFill>
          <a:blip r:embed="rId45"/>
          <a:srcRect b="2649"/>
          <a:stretch/>
        </p:blipFill>
        <p:spPr>
          <a:xfrm>
            <a:off x="5676900" y="3043238"/>
            <a:ext cx="2952750" cy="210026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942B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72325" y="190500"/>
            <a:ext cx="1781175" cy="533400"/>
          </a:xfrm>
          <a:prstGeom prst="rect">
            <a:avLst/>
          </a:prstGeom>
          <a:noFill/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172325" y="304800"/>
            <a:ext cx="1095375" cy="3048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420100" y="190500"/>
            <a:ext cx="533400" cy="533400"/>
          </a:xfrm>
          <a:prstGeom prst="rect">
            <a:avLst/>
          </a:prstGeom>
          <a:noFill/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871969" y="445129"/>
            <a:ext cx="15679" cy="22578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889843" y="436034"/>
            <a:ext cx="16306" cy="38884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908031" y="445129"/>
            <a:ext cx="15365" cy="22578"/>
          </a:xfrm>
          <a:prstGeom prst="rect">
            <a:avLst/>
          </a:prstGeom>
        </p:spPr>
      </p:pic>
      <p:pic>
        <p:nvPicPr>
          <p:cNvPr id="8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449577" y="445129"/>
            <a:ext cx="15993" cy="22578"/>
          </a:xfrm>
          <a:prstGeom prst="rect">
            <a:avLst/>
          </a:prstGeom>
        </p:spPr>
      </p:pic>
      <p:pic>
        <p:nvPicPr>
          <p:cNvPr id="9" name="Image 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485638" y="445129"/>
            <a:ext cx="15365" cy="22578"/>
          </a:xfrm>
          <a:prstGeom prst="rect">
            <a:avLst/>
          </a:prstGeom>
        </p:spPr>
      </p:pic>
      <p:pic>
        <p:nvPicPr>
          <p:cNvPr id="10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428880" y="199281"/>
            <a:ext cx="515526" cy="515527"/>
          </a:xfrm>
          <a:prstGeom prst="rect">
            <a:avLst/>
          </a:prstGeom>
        </p:spPr>
      </p:pic>
      <p:pic>
        <p:nvPicPr>
          <p:cNvPr id="11" name="Image 7" descr="preencoded.png"/>
          <p:cNvPicPr>
            <a:picLocks noChangeAspect="1"/>
          </p:cNvPicPr>
          <p:nvPr/>
        </p:nvPicPr>
        <p:blipFill>
          <a:blip r:embed="rId9"/>
          <a:srcRect b="6"/>
          <a:stretch/>
        </p:blipFill>
        <p:spPr>
          <a:xfrm>
            <a:off x="8622382" y="417103"/>
            <a:ext cx="24623" cy="15978"/>
          </a:xfrm>
          <a:prstGeom prst="rect">
            <a:avLst/>
          </a:prstGeom>
        </p:spPr>
      </p:pic>
      <p:pic>
        <p:nvPicPr>
          <p:cNvPr id="12" name="Image 8" descr="preencoded.png"/>
          <p:cNvPicPr>
            <a:picLocks noChangeAspect="1"/>
          </p:cNvPicPr>
          <p:nvPr/>
        </p:nvPicPr>
        <p:blipFill>
          <a:blip r:embed="rId10"/>
          <a:srcRect b="-18"/>
          <a:stretch/>
        </p:blipFill>
        <p:spPr>
          <a:xfrm>
            <a:off x="8617059" y="428163"/>
            <a:ext cx="23871" cy="11081"/>
          </a:xfrm>
          <a:prstGeom prst="rect">
            <a:avLst/>
          </a:prstGeom>
        </p:spPr>
      </p:pic>
      <p:pic>
        <p:nvPicPr>
          <p:cNvPr id="13" name="Image 9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8644883" y="412565"/>
            <a:ext cx="9399" cy="10095"/>
          </a:xfrm>
          <a:prstGeom prst="rect">
            <a:avLst/>
          </a:prstGeom>
        </p:spPr>
      </p:pic>
      <p:pic>
        <p:nvPicPr>
          <p:cNvPr id="14" name="Image 10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8670651" y="500946"/>
            <a:ext cx="11916" cy="14425"/>
          </a:xfrm>
          <a:prstGeom prst="rect">
            <a:avLst/>
          </a:prstGeom>
        </p:spPr>
      </p:pic>
      <p:pic>
        <p:nvPicPr>
          <p:cNvPr id="15" name="Image 11" descr="preencoded.png"/>
          <p:cNvPicPr>
            <a:picLocks noChangeAspect="1"/>
          </p:cNvPicPr>
          <p:nvPr/>
        </p:nvPicPr>
        <p:blipFill>
          <a:blip r:embed="rId13"/>
          <a:srcRect r="10" b="7"/>
          <a:stretch/>
        </p:blipFill>
        <p:spPr>
          <a:xfrm>
            <a:off x="8705772" y="501572"/>
            <a:ext cx="10034" cy="13483"/>
          </a:xfrm>
          <a:prstGeom prst="rect">
            <a:avLst/>
          </a:prstGeom>
        </p:spPr>
      </p:pic>
      <p:pic>
        <p:nvPicPr>
          <p:cNvPr id="16" name="Image 12" descr="preencoded.png"/>
          <p:cNvPicPr>
            <a:picLocks noChangeAspect="1"/>
          </p:cNvPicPr>
          <p:nvPr/>
        </p:nvPicPr>
        <p:blipFill>
          <a:blip r:embed="rId14"/>
          <a:srcRect b="-6"/>
          <a:stretch/>
        </p:blipFill>
        <p:spPr>
          <a:xfrm>
            <a:off x="8670651" y="477427"/>
            <a:ext cx="11916" cy="17625"/>
          </a:xfrm>
          <a:prstGeom prst="rect">
            <a:avLst/>
          </a:prstGeom>
        </p:spPr>
      </p:pic>
      <p:pic>
        <p:nvPicPr>
          <p:cNvPr id="17" name="Image 13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8688524" y="501258"/>
            <a:ext cx="10975" cy="14111"/>
          </a:xfrm>
          <a:prstGeom prst="rect">
            <a:avLst/>
          </a:prstGeom>
        </p:spPr>
      </p:pic>
      <p:pic>
        <p:nvPicPr>
          <p:cNvPr id="18" name="Image 14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8688838" y="479308"/>
            <a:ext cx="10975" cy="16057"/>
          </a:xfrm>
          <a:prstGeom prst="rect">
            <a:avLst/>
          </a:prstGeom>
        </p:spPr>
      </p:pic>
      <p:pic>
        <p:nvPicPr>
          <p:cNvPr id="19" name="Image 15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8708653" y="447904"/>
            <a:ext cx="19321" cy="5739"/>
          </a:xfrm>
          <a:prstGeom prst="rect">
            <a:avLst/>
          </a:prstGeom>
        </p:spPr>
      </p:pic>
      <p:pic>
        <p:nvPicPr>
          <p:cNvPr id="20" name="Image 16" descr="preencoded.png"/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8669710" y="457358"/>
            <a:ext cx="15679" cy="5018"/>
          </a:xfrm>
          <a:prstGeom prst="rect">
            <a:avLst/>
          </a:prstGeom>
        </p:spPr>
      </p:pic>
      <p:pic>
        <p:nvPicPr>
          <p:cNvPr id="21" name="Image 17" descr="preencoded.png"/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8614546" y="543399"/>
            <a:ext cx="36762" cy="7590"/>
          </a:xfrm>
          <a:prstGeom prst="rect">
            <a:avLst/>
          </a:prstGeom>
        </p:spPr>
      </p:pic>
      <p:pic>
        <p:nvPicPr>
          <p:cNvPr id="22" name="Image 18" descr="preencoded.png"/>
          <p:cNvPicPr>
            <a:picLocks noChangeAspect="1"/>
          </p:cNvPicPr>
          <p:nvPr/>
        </p:nvPicPr>
        <p:blipFill>
          <a:blip r:embed="rId19"/>
          <a:srcRect r="-2" b="10"/>
          <a:stretch/>
        </p:blipFill>
        <p:spPr>
          <a:xfrm>
            <a:off x="8745789" y="565330"/>
            <a:ext cx="51612" cy="10048"/>
          </a:xfrm>
          <a:prstGeom prst="rect">
            <a:avLst/>
          </a:prstGeom>
        </p:spPr>
      </p:pic>
      <p:pic>
        <p:nvPicPr>
          <p:cNvPr id="23" name="Image 19" descr="preencoded.png"/>
          <p:cNvPicPr>
            <a:picLocks noChangeAspect="1"/>
          </p:cNvPicPr>
          <p:nvPr/>
        </p:nvPicPr>
        <p:blipFill>
          <a:blip r:embed="rId20"/>
          <a:srcRect r="2" b="-11"/>
          <a:stretch/>
        </p:blipFill>
        <p:spPr>
          <a:xfrm>
            <a:off x="8673837" y="553647"/>
            <a:ext cx="46661" cy="9230"/>
          </a:xfrm>
          <a:prstGeom prst="rect">
            <a:avLst/>
          </a:prstGeom>
        </p:spPr>
      </p:pic>
      <p:pic>
        <p:nvPicPr>
          <p:cNvPr id="24" name="Image 20" descr="preencoded.png"/>
          <p:cNvPicPr>
            <a:picLocks noChangeAspect="1"/>
          </p:cNvPicPr>
          <p:nvPr/>
        </p:nvPicPr>
        <p:blipFill>
          <a:blip r:embed="rId21"/>
          <a:srcRect/>
          <a:stretch/>
        </p:blipFill>
        <p:spPr>
          <a:xfrm>
            <a:off x="8517937" y="288338"/>
            <a:ext cx="337412" cy="337412"/>
          </a:xfrm>
          <a:prstGeom prst="rect">
            <a:avLst/>
          </a:prstGeom>
        </p:spPr>
      </p:pic>
      <p:pic>
        <p:nvPicPr>
          <p:cNvPr id="25" name="Image 21" descr="preencoded.png"/>
          <p:cNvPicPr>
            <a:picLocks noChangeAspect="1"/>
          </p:cNvPicPr>
          <p:nvPr/>
        </p:nvPicPr>
        <p:blipFill>
          <a:blip r:embed="rId22"/>
          <a:srcRect r="-9"/>
          <a:stretch/>
        </p:blipFill>
        <p:spPr>
          <a:xfrm>
            <a:off x="8658108" y="436348"/>
            <a:ext cx="11603" cy="8153"/>
          </a:xfrm>
          <a:prstGeom prst="rect">
            <a:avLst/>
          </a:prstGeom>
        </p:spPr>
      </p:pic>
      <p:pic>
        <p:nvPicPr>
          <p:cNvPr id="26" name="Image 22" descr="preencoded.png"/>
          <p:cNvPicPr>
            <a:picLocks noChangeAspect="1"/>
          </p:cNvPicPr>
          <p:nvPr/>
        </p:nvPicPr>
        <p:blipFill>
          <a:blip r:embed="rId23"/>
          <a:srcRect/>
          <a:stretch/>
        </p:blipFill>
        <p:spPr>
          <a:xfrm>
            <a:off x="8670651" y="432899"/>
            <a:ext cx="15679" cy="5644"/>
          </a:xfrm>
          <a:prstGeom prst="rect">
            <a:avLst/>
          </a:prstGeom>
        </p:spPr>
      </p:pic>
      <p:pic>
        <p:nvPicPr>
          <p:cNvPr id="27" name="Image 23" descr="preencoded.png"/>
          <p:cNvPicPr>
            <a:picLocks noChangeAspect="1"/>
          </p:cNvPicPr>
          <p:nvPr/>
        </p:nvPicPr>
        <p:blipFill>
          <a:blip r:embed="rId24"/>
          <a:srcRect b="19"/>
          <a:stretch/>
        </p:blipFill>
        <p:spPr>
          <a:xfrm>
            <a:off x="8668770" y="436348"/>
            <a:ext cx="15365" cy="5330"/>
          </a:xfrm>
          <a:prstGeom prst="rect">
            <a:avLst/>
          </a:prstGeom>
        </p:spPr>
      </p:pic>
      <p:pic>
        <p:nvPicPr>
          <p:cNvPr id="28" name="Image 24" descr="preencoded.png"/>
          <p:cNvPicPr>
            <a:picLocks noChangeAspect="1"/>
          </p:cNvPicPr>
          <p:nvPr/>
        </p:nvPicPr>
        <p:blipFill>
          <a:blip r:embed="rId25"/>
          <a:srcRect b="2"/>
          <a:stretch/>
        </p:blipFill>
        <p:spPr>
          <a:xfrm>
            <a:off x="8461806" y="503453"/>
            <a:ext cx="60521" cy="59266"/>
          </a:xfrm>
          <a:prstGeom prst="rect">
            <a:avLst/>
          </a:prstGeom>
        </p:spPr>
      </p:pic>
      <p:pic>
        <p:nvPicPr>
          <p:cNvPr id="29" name="Image 25" descr="preencoded.png"/>
          <p:cNvPicPr>
            <a:picLocks noChangeAspect="1"/>
          </p:cNvPicPr>
          <p:nvPr/>
        </p:nvPicPr>
        <p:blipFill>
          <a:blip r:embed="rId26"/>
          <a:srcRect/>
          <a:stretch/>
        </p:blipFill>
        <p:spPr>
          <a:xfrm>
            <a:off x="8491283" y="556136"/>
            <a:ext cx="64911" cy="64598"/>
          </a:xfrm>
          <a:prstGeom prst="rect">
            <a:avLst/>
          </a:prstGeom>
        </p:spPr>
      </p:pic>
      <p:pic>
        <p:nvPicPr>
          <p:cNvPr id="30" name="Image 26" descr="preencoded.png"/>
          <p:cNvPicPr>
            <a:picLocks noChangeAspect="1"/>
          </p:cNvPicPr>
          <p:nvPr/>
        </p:nvPicPr>
        <p:blipFill>
          <a:blip r:embed="rId27"/>
          <a:srcRect/>
          <a:stretch/>
        </p:blipFill>
        <p:spPr>
          <a:xfrm>
            <a:off x="8538633" y="599724"/>
            <a:ext cx="63971" cy="64284"/>
          </a:xfrm>
          <a:prstGeom prst="rect">
            <a:avLst/>
          </a:prstGeom>
        </p:spPr>
      </p:pic>
      <p:pic>
        <p:nvPicPr>
          <p:cNvPr id="31" name="Image 27" descr="preencoded.png"/>
          <p:cNvPicPr>
            <a:picLocks noChangeAspect="1"/>
          </p:cNvPicPr>
          <p:nvPr/>
        </p:nvPicPr>
        <p:blipFill>
          <a:blip r:embed="rId28"/>
          <a:srcRect/>
          <a:stretch/>
        </p:blipFill>
        <p:spPr>
          <a:xfrm>
            <a:off x="8602483" y="634515"/>
            <a:ext cx="52924" cy="49576"/>
          </a:xfrm>
          <a:prstGeom prst="rect">
            <a:avLst/>
          </a:prstGeom>
        </p:spPr>
      </p:pic>
      <p:pic>
        <p:nvPicPr>
          <p:cNvPr id="32" name="Image 28" descr="preencoded.png"/>
          <p:cNvPicPr>
            <a:picLocks noChangeAspect="1"/>
          </p:cNvPicPr>
          <p:nvPr/>
        </p:nvPicPr>
        <p:blipFill>
          <a:blip r:embed="rId29"/>
          <a:srcRect r="2"/>
          <a:stretch/>
        </p:blipFill>
        <p:spPr>
          <a:xfrm>
            <a:off x="8670023" y="643937"/>
            <a:ext cx="45155" cy="47978"/>
          </a:xfrm>
          <a:prstGeom prst="rect">
            <a:avLst/>
          </a:prstGeom>
        </p:spPr>
      </p:pic>
      <p:pic>
        <p:nvPicPr>
          <p:cNvPr id="33" name="Image 29" descr="preencoded.png"/>
          <p:cNvPicPr>
            <a:picLocks noChangeAspect="1"/>
          </p:cNvPicPr>
          <p:nvPr/>
        </p:nvPicPr>
        <p:blipFill>
          <a:blip r:embed="rId30"/>
          <a:srcRect/>
          <a:stretch/>
        </p:blipFill>
        <p:spPr>
          <a:xfrm>
            <a:off x="8729997" y="632403"/>
            <a:ext cx="51895" cy="49725"/>
          </a:xfrm>
          <a:prstGeom prst="rect">
            <a:avLst/>
          </a:prstGeom>
        </p:spPr>
      </p:pic>
      <p:pic>
        <p:nvPicPr>
          <p:cNvPr id="34" name="Image 30" descr="preencoded.png"/>
          <p:cNvPicPr>
            <a:picLocks noChangeAspect="1"/>
          </p:cNvPicPr>
          <p:nvPr/>
        </p:nvPicPr>
        <p:blipFill>
          <a:blip r:embed="rId31"/>
          <a:srcRect r="2" b="-2"/>
          <a:stretch/>
        </p:blipFill>
        <p:spPr>
          <a:xfrm>
            <a:off x="8784166" y="596901"/>
            <a:ext cx="58639" cy="66166"/>
          </a:xfrm>
          <a:prstGeom prst="rect">
            <a:avLst/>
          </a:prstGeom>
        </p:spPr>
      </p:pic>
      <p:pic>
        <p:nvPicPr>
          <p:cNvPr id="35" name="Image 31" descr="preencoded.png"/>
          <p:cNvPicPr>
            <a:picLocks noChangeAspect="1"/>
          </p:cNvPicPr>
          <p:nvPr/>
        </p:nvPicPr>
        <p:blipFill>
          <a:blip r:embed="rId32"/>
          <a:srcRect/>
          <a:stretch/>
        </p:blipFill>
        <p:spPr>
          <a:xfrm>
            <a:off x="8824618" y="552059"/>
            <a:ext cx="64911" cy="64284"/>
          </a:xfrm>
          <a:prstGeom prst="rect">
            <a:avLst/>
          </a:prstGeom>
        </p:spPr>
      </p:pic>
      <p:pic>
        <p:nvPicPr>
          <p:cNvPr id="36" name="Image 32" descr="preencoded.png"/>
          <p:cNvPicPr>
            <a:picLocks noChangeAspect="1"/>
          </p:cNvPicPr>
          <p:nvPr/>
        </p:nvPicPr>
        <p:blipFill>
          <a:blip r:embed="rId33"/>
          <a:srcRect/>
          <a:stretch/>
        </p:blipFill>
        <p:spPr>
          <a:xfrm>
            <a:off x="8862895" y="503453"/>
            <a:ext cx="49918" cy="49988"/>
          </a:xfrm>
          <a:prstGeom prst="rect">
            <a:avLst/>
          </a:prstGeom>
        </p:spPr>
      </p:pic>
      <p:pic>
        <p:nvPicPr>
          <p:cNvPr id="37" name="Image 33" descr="preencoded.png"/>
          <p:cNvPicPr>
            <a:picLocks noChangeAspect="1"/>
          </p:cNvPicPr>
          <p:nvPr/>
        </p:nvPicPr>
        <p:blipFill>
          <a:blip r:embed="rId34"/>
          <a:srcRect/>
          <a:stretch/>
        </p:blipFill>
        <p:spPr>
          <a:xfrm>
            <a:off x="8458357" y="356071"/>
            <a:ext cx="50843" cy="58013"/>
          </a:xfrm>
          <a:prstGeom prst="rect">
            <a:avLst/>
          </a:prstGeom>
        </p:spPr>
      </p:pic>
      <p:pic>
        <p:nvPicPr>
          <p:cNvPr id="38" name="Image 34" descr="preencoded.png"/>
          <p:cNvPicPr>
            <a:picLocks noChangeAspect="1"/>
          </p:cNvPicPr>
          <p:nvPr/>
        </p:nvPicPr>
        <p:blipFill>
          <a:blip r:embed="rId35"/>
          <a:srcRect/>
          <a:stretch/>
        </p:blipFill>
        <p:spPr>
          <a:xfrm>
            <a:off x="8481248" y="306839"/>
            <a:ext cx="64284" cy="63657"/>
          </a:xfrm>
          <a:prstGeom prst="rect">
            <a:avLst/>
          </a:prstGeom>
        </p:spPr>
      </p:pic>
      <p:pic>
        <p:nvPicPr>
          <p:cNvPr id="39" name="Image 35" descr="preencoded.png"/>
          <p:cNvPicPr>
            <a:picLocks noChangeAspect="1"/>
          </p:cNvPicPr>
          <p:nvPr/>
        </p:nvPicPr>
        <p:blipFill>
          <a:blip r:embed="rId36"/>
          <a:srcRect b="2"/>
          <a:stretch/>
        </p:blipFill>
        <p:spPr>
          <a:xfrm>
            <a:off x="8519818" y="262624"/>
            <a:ext cx="64911" cy="65224"/>
          </a:xfrm>
          <a:prstGeom prst="rect">
            <a:avLst/>
          </a:prstGeom>
        </p:spPr>
      </p:pic>
      <p:pic>
        <p:nvPicPr>
          <p:cNvPr id="40" name="Image 36" descr="preencoded.png"/>
          <p:cNvPicPr>
            <a:picLocks noChangeAspect="1"/>
          </p:cNvPicPr>
          <p:nvPr/>
        </p:nvPicPr>
        <p:blipFill>
          <a:blip r:embed="rId37"/>
          <a:srcRect/>
          <a:stretch/>
        </p:blipFill>
        <p:spPr>
          <a:xfrm>
            <a:off x="8570932" y="240137"/>
            <a:ext cx="54407" cy="55413"/>
          </a:xfrm>
          <a:prstGeom prst="rect">
            <a:avLst/>
          </a:prstGeom>
        </p:spPr>
      </p:pic>
      <p:pic>
        <p:nvPicPr>
          <p:cNvPr id="41" name="Image 37" descr="preencoded.png"/>
          <p:cNvPicPr>
            <a:picLocks noChangeAspect="1"/>
          </p:cNvPicPr>
          <p:nvPr/>
        </p:nvPicPr>
        <p:blipFill>
          <a:blip r:embed="rId38"/>
          <a:srcRect/>
          <a:stretch/>
        </p:blipFill>
        <p:spPr>
          <a:xfrm>
            <a:off x="8625496" y="222486"/>
            <a:ext cx="46410" cy="53622"/>
          </a:xfrm>
          <a:prstGeom prst="rect">
            <a:avLst/>
          </a:prstGeom>
        </p:spPr>
      </p:pic>
      <p:pic>
        <p:nvPicPr>
          <p:cNvPr id="42" name="Image 38" descr="preencoded.png"/>
          <p:cNvPicPr>
            <a:picLocks noChangeAspect="1"/>
          </p:cNvPicPr>
          <p:nvPr/>
        </p:nvPicPr>
        <p:blipFill>
          <a:blip r:embed="rId39"/>
          <a:srcRect/>
          <a:stretch/>
        </p:blipFill>
        <p:spPr>
          <a:xfrm>
            <a:off x="8676923" y="221545"/>
            <a:ext cx="43588" cy="47665"/>
          </a:xfrm>
          <a:prstGeom prst="rect">
            <a:avLst/>
          </a:prstGeom>
        </p:spPr>
      </p:pic>
      <p:pic>
        <p:nvPicPr>
          <p:cNvPr id="43" name="Image 39" descr="preencoded.png"/>
          <p:cNvPicPr>
            <a:picLocks noChangeAspect="1"/>
          </p:cNvPicPr>
          <p:nvPr/>
        </p:nvPicPr>
        <p:blipFill>
          <a:blip r:embed="rId40"/>
          <a:srcRect b="2"/>
          <a:stretch/>
        </p:blipFill>
        <p:spPr>
          <a:xfrm>
            <a:off x="8725982" y="231032"/>
            <a:ext cx="50031" cy="49264"/>
          </a:xfrm>
          <a:prstGeom prst="rect">
            <a:avLst/>
          </a:prstGeom>
        </p:spPr>
      </p:pic>
      <p:pic>
        <p:nvPicPr>
          <p:cNvPr id="44" name="Image 40" descr="preencoded.png"/>
          <p:cNvPicPr>
            <a:picLocks noChangeAspect="1"/>
          </p:cNvPicPr>
          <p:nvPr/>
        </p:nvPicPr>
        <p:blipFill>
          <a:blip r:embed="rId41"/>
          <a:srcRect b="-2"/>
          <a:stretch/>
        </p:blipFill>
        <p:spPr>
          <a:xfrm>
            <a:off x="8767860" y="244750"/>
            <a:ext cx="63343" cy="63971"/>
          </a:xfrm>
          <a:prstGeom prst="rect">
            <a:avLst/>
          </a:prstGeom>
        </p:spPr>
      </p:pic>
      <p:pic>
        <p:nvPicPr>
          <p:cNvPr id="45" name="Image 41" descr="preencoded.png"/>
          <p:cNvPicPr>
            <a:picLocks noChangeAspect="1"/>
          </p:cNvPicPr>
          <p:nvPr/>
        </p:nvPicPr>
        <p:blipFill>
          <a:blip r:embed="rId42"/>
          <a:srcRect r="2" b="2"/>
          <a:stretch/>
        </p:blipFill>
        <p:spPr>
          <a:xfrm>
            <a:off x="8818974" y="277990"/>
            <a:ext cx="53308" cy="52994"/>
          </a:xfrm>
          <a:prstGeom prst="rect">
            <a:avLst/>
          </a:prstGeom>
        </p:spPr>
      </p:pic>
      <p:pic>
        <p:nvPicPr>
          <p:cNvPr id="46" name="Image 42" descr="preencoded.png"/>
          <p:cNvPicPr>
            <a:picLocks noChangeAspect="1"/>
          </p:cNvPicPr>
          <p:nvPr/>
        </p:nvPicPr>
        <p:blipFill>
          <a:blip r:embed="rId43"/>
          <a:srcRect b="2"/>
          <a:stretch/>
        </p:blipFill>
        <p:spPr>
          <a:xfrm>
            <a:off x="8840298" y="320008"/>
            <a:ext cx="59580" cy="56757"/>
          </a:xfrm>
          <a:prstGeom prst="rect">
            <a:avLst/>
          </a:prstGeom>
        </p:spPr>
      </p:pic>
      <p:pic>
        <p:nvPicPr>
          <p:cNvPr id="47" name="Image 43" descr="preencoded.png"/>
          <p:cNvPicPr>
            <a:picLocks noChangeAspect="1"/>
          </p:cNvPicPr>
          <p:nvPr/>
        </p:nvPicPr>
        <p:blipFill>
          <a:blip r:embed="rId44"/>
          <a:srcRect/>
          <a:stretch/>
        </p:blipFill>
        <p:spPr>
          <a:xfrm>
            <a:off x="8865071" y="362971"/>
            <a:ext cx="53622" cy="43274"/>
          </a:xfrm>
          <a:prstGeom prst="rect">
            <a:avLst/>
          </a:prstGeom>
        </p:spPr>
      </p:pic>
      <p:sp>
        <p:nvSpPr>
          <p:cNvPr id="48" name="Shape 2"/>
          <p:cNvSpPr/>
          <p:nvPr/>
        </p:nvSpPr>
        <p:spPr>
          <a:xfrm>
            <a:off x="190500" y="333375"/>
            <a:ext cx="8763000" cy="2571750"/>
          </a:xfrm>
          <a:prstGeom prst="rect">
            <a:avLst/>
          </a:prstGeom>
          <a:noFill/>
          <a:ln/>
        </p:spPr>
      </p:sp>
      <p:sp>
        <p:nvSpPr>
          <p:cNvPr id="49" name="Shape 3"/>
          <p:cNvSpPr/>
          <p:nvPr/>
        </p:nvSpPr>
        <p:spPr>
          <a:xfrm>
            <a:off x="190500" y="333375"/>
            <a:ext cx="4948238" cy="466725"/>
          </a:xfrm>
          <a:prstGeom prst="rect">
            <a:avLst/>
          </a:prstGeom>
          <a:noFill/>
          <a:ln/>
        </p:spPr>
      </p:sp>
      <p:sp>
        <p:nvSpPr>
          <p:cNvPr id="50" name="Text 4"/>
          <p:cNvSpPr/>
          <p:nvPr/>
        </p:nvSpPr>
        <p:spPr>
          <a:xfrm>
            <a:off x="190500" y="333375"/>
            <a:ext cx="40481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8"/>
              </a:lnSpc>
              <a:buNone/>
            </a:pPr>
            <a:r>
              <a:rPr lang="en-US" sz="1140" dirty="0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текст</a:t>
            </a:r>
            <a:endParaRPr lang="en-US" sz="1140" dirty="0"/>
          </a:p>
        </p:txBody>
      </p:sp>
      <p:sp>
        <p:nvSpPr>
          <p:cNvPr id="51" name="Text 5"/>
          <p:cNvSpPr/>
          <p:nvPr/>
        </p:nvSpPr>
        <p:spPr>
          <a:xfrm>
            <a:off x="190500" y="533400"/>
            <a:ext cx="4724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65"/>
              </a:lnSpc>
              <a:buNone/>
            </a:pPr>
            <a:r>
              <a:rPr lang="en-US" sz="2850" dirty="0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Заголовок</a:t>
            </a:r>
            <a:endParaRPr lang="en-US" sz="2850" dirty="0"/>
          </a:p>
        </p:txBody>
      </p:sp>
      <p:sp>
        <p:nvSpPr>
          <p:cNvPr id="52" name="Shape 6"/>
          <p:cNvSpPr/>
          <p:nvPr/>
        </p:nvSpPr>
        <p:spPr>
          <a:xfrm>
            <a:off x="190500" y="1276350"/>
            <a:ext cx="8763000" cy="1628775"/>
          </a:xfrm>
          <a:prstGeom prst="rect">
            <a:avLst/>
          </a:prstGeom>
          <a:noFill/>
          <a:ln/>
        </p:spPr>
      </p:sp>
      <p:sp>
        <p:nvSpPr>
          <p:cNvPr id="53" name="Shape 7"/>
          <p:cNvSpPr/>
          <p:nvPr/>
        </p:nvSpPr>
        <p:spPr>
          <a:xfrm>
            <a:off x="190500" y="1276350"/>
            <a:ext cx="3676650" cy="1628775"/>
          </a:xfrm>
          <a:prstGeom prst="rect">
            <a:avLst/>
          </a:prstGeom>
          <a:noFill/>
          <a:ln/>
        </p:spPr>
      </p:sp>
      <p:sp>
        <p:nvSpPr>
          <p:cNvPr id="54" name="Shape 8"/>
          <p:cNvSpPr/>
          <p:nvPr/>
        </p:nvSpPr>
        <p:spPr>
          <a:xfrm>
            <a:off x="190500" y="1276350"/>
            <a:ext cx="3676650" cy="352425"/>
          </a:xfrm>
          <a:prstGeom prst="rect">
            <a:avLst/>
          </a:prstGeom>
          <a:noFill/>
          <a:ln/>
        </p:spPr>
      </p:sp>
      <p:sp>
        <p:nvSpPr>
          <p:cNvPr id="55" name="Text 9"/>
          <p:cNvSpPr/>
          <p:nvPr/>
        </p:nvSpPr>
        <p:spPr>
          <a:xfrm>
            <a:off x="190500" y="1276350"/>
            <a:ext cx="36766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5"/>
              </a:lnSpc>
              <a:buNone/>
            </a:pPr>
            <a:r>
              <a:rPr lang="en-US" sz="1639" b="1" dirty="0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Подзаголовк</a:t>
            </a:r>
            <a:endParaRPr lang="en-US" sz="1639" dirty="0"/>
          </a:p>
        </p:txBody>
      </p:sp>
      <p:sp>
        <p:nvSpPr>
          <p:cNvPr id="56" name="Text 10"/>
          <p:cNvSpPr/>
          <p:nvPr/>
        </p:nvSpPr>
        <p:spPr>
          <a:xfrm>
            <a:off x="190500" y="1524000"/>
            <a:ext cx="36766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8"/>
              </a:lnSpc>
              <a:buNone/>
            </a:pPr>
            <a:r>
              <a:rPr lang="en-US" sz="1140" dirty="0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текст</a:t>
            </a:r>
            <a:endParaRPr lang="en-US" sz="1140" dirty="0"/>
          </a:p>
        </p:txBody>
      </p:sp>
      <p:sp>
        <p:nvSpPr>
          <p:cNvPr id="57" name="Shape 11"/>
          <p:cNvSpPr/>
          <p:nvPr/>
        </p:nvSpPr>
        <p:spPr>
          <a:xfrm>
            <a:off x="190500" y="1914525"/>
            <a:ext cx="3676650" cy="352425"/>
          </a:xfrm>
          <a:prstGeom prst="rect">
            <a:avLst/>
          </a:prstGeom>
          <a:noFill/>
          <a:ln/>
        </p:spPr>
      </p:sp>
      <p:sp>
        <p:nvSpPr>
          <p:cNvPr id="58" name="Text 12"/>
          <p:cNvSpPr/>
          <p:nvPr/>
        </p:nvSpPr>
        <p:spPr>
          <a:xfrm>
            <a:off x="190500" y="1914525"/>
            <a:ext cx="36766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5"/>
              </a:lnSpc>
              <a:buNone/>
            </a:pPr>
            <a:r>
              <a:rPr lang="en-US" sz="1639" b="1" dirty="0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Подзаголовк</a:t>
            </a:r>
            <a:endParaRPr lang="en-US" sz="1639" dirty="0"/>
          </a:p>
        </p:txBody>
      </p:sp>
      <p:sp>
        <p:nvSpPr>
          <p:cNvPr id="59" name="Text 13"/>
          <p:cNvSpPr/>
          <p:nvPr/>
        </p:nvSpPr>
        <p:spPr>
          <a:xfrm>
            <a:off x="190500" y="2162175"/>
            <a:ext cx="36766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8"/>
              </a:lnSpc>
              <a:buNone/>
            </a:pPr>
            <a:r>
              <a:rPr lang="en-US" sz="1140" dirty="0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текст</a:t>
            </a:r>
            <a:endParaRPr lang="en-US" sz="1140" dirty="0"/>
          </a:p>
        </p:txBody>
      </p:sp>
      <p:sp>
        <p:nvSpPr>
          <p:cNvPr id="60" name="Shape 14"/>
          <p:cNvSpPr/>
          <p:nvPr/>
        </p:nvSpPr>
        <p:spPr>
          <a:xfrm>
            <a:off x="190500" y="2552700"/>
            <a:ext cx="3676650" cy="352425"/>
          </a:xfrm>
          <a:prstGeom prst="rect">
            <a:avLst/>
          </a:prstGeom>
          <a:noFill/>
          <a:ln/>
        </p:spPr>
      </p:sp>
      <p:sp>
        <p:nvSpPr>
          <p:cNvPr id="61" name="Text 15"/>
          <p:cNvSpPr/>
          <p:nvPr/>
        </p:nvSpPr>
        <p:spPr>
          <a:xfrm>
            <a:off x="190500" y="2552700"/>
            <a:ext cx="36766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5"/>
              </a:lnSpc>
              <a:buNone/>
            </a:pPr>
            <a:r>
              <a:rPr lang="en-US" sz="1639" b="1" dirty="0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Подзаголовк</a:t>
            </a:r>
            <a:endParaRPr lang="en-US" sz="1639" dirty="0"/>
          </a:p>
        </p:txBody>
      </p:sp>
      <p:sp>
        <p:nvSpPr>
          <p:cNvPr id="62" name="Text 16"/>
          <p:cNvSpPr/>
          <p:nvPr/>
        </p:nvSpPr>
        <p:spPr>
          <a:xfrm>
            <a:off x="190500" y="2800350"/>
            <a:ext cx="36766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8"/>
              </a:lnSpc>
              <a:buNone/>
            </a:pPr>
            <a:r>
              <a:rPr lang="en-US" sz="1140" dirty="0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текст</a:t>
            </a:r>
            <a:endParaRPr lang="en-US" sz="1140" dirty="0"/>
          </a:p>
        </p:txBody>
      </p:sp>
      <p:pic>
        <p:nvPicPr>
          <p:cNvPr id="63" name="Image 44" descr="preencoded.png"/>
          <p:cNvPicPr>
            <a:picLocks noChangeAspect="1"/>
          </p:cNvPicPr>
          <p:nvPr/>
        </p:nvPicPr>
        <p:blipFill>
          <a:blip r:embed="rId45"/>
          <a:srcRect b="8917"/>
          <a:stretch/>
        </p:blipFill>
        <p:spPr>
          <a:xfrm>
            <a:off x="4657725" y="1057275"/>
            <a:ext cx="4486275" cy="40862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942B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72325" y="190500"/>
            <a:ext cx="1781175" cy="533400"/>
          </a:xfrm>
          <a:prstGeom prst="rect">
            <a:avLst/>
          </a:prstGeom>
          <a:noFill/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172325" y="304800"/>
            <a:ext cx="1095375" cy="3048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420100" y="190500"/>
            <a:ext cx="533400" cy="533400"/>
          </a:xfrm>
          <a:prstGeom prst="rect">
            <a:avLst/>
          </a:prstGeom>
          <a:noFill/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871969" y="445126"/>
            <a:ext cx="15679" cy="22580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 b="-5"/>
          <a:stretch/>
        </p:blipFill>
        <p:spPr>
          <a:xfrm>
            <a:off x="8889843" y="436034"/>
            <a:ext cx="16306" cy="38886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6"/>
          <a:srcRect b="-9"/>
          <a:stretch/>
        </p:blipFill>
        <p:spPr>
          <a:xfrm>
            <a:off x="8908031" y="445126"/>
            <a:ext cx="15365" cy="22580"/>
          </a:xfrm>
          <a:prstGeom prst="rect">
            <a:avLst/>
          </a:prstGeom>
        </p:spPr>
      </p:pic>
      <p:pic>
        <p:nvPicPr>
          <p:cNvPr id="8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449577" y="445126"/>
            <a:ext cx="15993" cy="22580"/>
          </a:xfrm>
          <a:prstGeom prst="rect">
            <a:avLst/>
          </a:prstGeom>
        </p:spPr>
      </p:pic>
      <p:pic>
        <p:nvPicPr>
          <p:cNvPr id="9" name="Image 5" descr="preencoded.png"/>
          <p:cNvPicPr>
            <a:picLocks noChangeAspect="1"/>
          </p:cNvPicPr>
          <p:nvPr/>
        </p:nvPicPr>
        <p:blipFill>
          <a:blip r:embed="rId6"/>
          <a:srcRect b="-9"/>
          <a:stretch/>
        </p:blipFill>
        <p:spPr>
          <a:xfrm>
            <a:off x="8485638" y="445126"/>
            <a:ext cx="15365" cy="22580"/>
          </a:xfrm>
          <a:prstGeom prst="rect">
            <a:avLst/>
          </a:prstGeom>
        </p:spPr>
      </p:pic>
      <p:pic>
        <p:nvPicPr>
          <p:cNvPr id="10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428880" y="199281"/>
            <a:ext cx="515526" cy="515527"/>
          </a:xfrm>
          <a:prstGeom prst="rect">
            <a:avLst/>
          </a:prstGeom>
        </p:spPr>
      </p:pic>
      <p:pic>
        <p:nvPicPr>
          <p:cNvPr id="11" name="Image 7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8622382" y="417100"/>
            <a:ext cx="24623" cy="15980"/>
          </a:xfrm>
          <a:prstGeom prst="rect">
            <a:avLst/>
          </a:prstGeom>
        </p:spPr>
      </p:pic>
      <p:pic>
        <p:nvPicPr>
          <p:cNvPr id="12" name="Image 8" descr="preencoded.png"/>
          <p:cNvPicPr>
            <a:picLocks noChangeAspect="1"/>
          </p:cNvPicPr>
          <p:nvPr/>
        </p:nvPicPr>
        <p:blipFill>
          <a:blip r:embed="rId10"/>
          <a:srcRect b="9"/>
          <a:stretch/>
        </p:blipFill>
        <p:spPr>
          <a:xfrm>
            <a:off x="8617059" y="428163"/>
            <a:ext cx="23871" cy="11078"/>
          </a:xfrm>
          <a:prstGeom prst="rect">
            <a:avLst/>
          </a:prstGeom>
        </p:spPr>
      </p:pic>
      <p:pic>
        <p:nvPicPr>
          <p:cNvPr id="13" name="Image 9" descr="preencoded.png"/>
          <p:cNvPicPr>
            <a:picLocks noChangeAspect="1"/>
          </p:cNvPicPr>
          <p:nvPr/>
        </p:nvPicPr>
        <p:blipFill>
          <a:blip r:embed="rId11"/>
          <a:srcRect b="30"/>
          <a:stretch/>
        </p:blipFill>
        <p:spPr>
          <a:xfrm>
            <a:off x="8644883" y="412565"/>
            <a:ext cx="9399" cy="10092"/>
          </a:xfrm>
          <a:prstGeom prst="rect">
            <a:avLst/>
          </a:prstGeom>
        </p:spPr>
      </p:pic>
      <p:pic>
        <p:nvPicPr>
          <p:cNvPr id="14" name="Image 10" descr="preencoded.png"/>
          <p:cNvPicPr>
            <a:picLocks noChangeAspect="1"/>
          </p:cNvPicPr>
          <p:nvPr/>
        </p:nvPicPr>
        <p:blipFill>
          <a:blip r:embed="rId12"/>
          <a:srcRect b="21"/>
          <a:stretch/>
        </p:blipFill>
        <p:spPr>
          <a:xfrm>
            <a:off x="8670651" y="500946"/>
            <a:ext cx="11916" cy="14422"/>
          </a:xfrm>
          <a:prstGeom prst="rect">
            <a:avLst/>
          </a:prstGeom>
        </p:spPr>
      </p:pic>
      <p:pic>
        <p:nvPicPr>
          <p:cNvPr id="15" name="Image 11" descr="preencoded.png"/>
          <p:cNvPicPr>
            <a:picLocks noChangeAspect="1"/>
          </p:cNvPicPr>
          <p:nvPr/>
        </p:nvPicPr>
        <p:blipFill>
          <a:blip r:embed="rId13"/>
          <a:srcRect r="10" b="7"/>
          <a:stretch/>
        </p:blipFill>
        <p:spPr>
          <a:xfrm>
            <a:off x="8705772" y="501574"/>
            <a:ext cx="10034" cy="13483"/>
          </a:xfrm>
          <a:prstGeom prst="rect">
            <a:avLst/>
          </a:prstGeom>
        </p:spPr>
      </p:pic>
      <p:pic>
        <p:nvPicPr>
          <p:cNvPr id="16" name="Image 12" descr="preencoded.png"/>
          <p:cNvPicPr>
            <a:picLocks noChangeAspect="1"/>
          </p:cNvPicPr>
          <p:nvPr/>
        </p:nvPicPr>
        <p:blipFill>
          <a:blip r:embed="rId14"/>
          <a:srcRect b="11"/>
          <a:stretch/>
        </p:blipFill>
        <p:spPr>
          <a:xfrm>
            <a:off x="8670651" y="477427"/>
            <a:ext cx="11916" cy="17622"/>
          </a:xfrm>
          <a:prstGeom prst="rect">
            <a:avLst/>
          </a:prstGeom>
        </p:spPr>
      </p:pic>
      <p:pic>
        <p:nvPicPr>
          <p:cNvPr id="17" name="Image 13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8688524" y="501258"/>
            <a:ext cx="10975" cy="14111"/>
          </a:xfrm>
          <a:prstGeom prst="rect">
            <a:avLst/>
          </a:prstGeom>
        </p:spPr>
      </p:pic>
      <p:pic>
        <p:nvPicPr>
          <p:cNvPr id="18" name="Image 14" descr="preencoded.png"/>
          <p:cNvPicPr>
            <a:picLocks noChangeAspect="1"/>
          </p:cNvPicPr>
          <p:nvPr/>
        </p:nvPicPr>
        <p:blipFill>
          <a:blip r:embed="rId14"/>
          <a:srcRect b="12"/>
          <a:stretch/>
        </p:blipFill>
        <p:spPr>
          <a:xfrm>
            <a:off x="8688838" y="479310"/>
            <a:ext cx="10975" cy="16055"/>
          </a:xfrm>
          <a:prstGeom prst="rect">
            <a:avLst/>
          </a:prstGeom>
        </p:spPr>
      </p:pic>
      <p:pic>
        <p:nvPicPr>
          <p:cNvPr id="19" name="Image 15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8708653" y="447904"/>
            <a:ext cx="19321" cy="5739"/>
          </a:xfrm>
          <a:prstGeom prst="rect">
            <a:avLst/>
          </a:prstGeom>
        </p:spPr>
      </p:pic>
      <p:pic>
        <p:nvPicPr>
          <p:cNvPr id="20" name="Image 16" descr="preencoded.png"/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8669710" y="457358"/>
            <a:ext cx="15679" cy="5018"/>
          </a:xfrm>
          <a:prstGeom prst="rect">
            <a:avLst/>
          </a:prstGeom>
        </p:spPr>
      </p:pic>
      <p:pic>
        <p:nvPicPr>
          <p:cNvPr id="21" name="Image 17" descr="preencoded.png"/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8614546" y="543401"/>
            <a:ext cx="36762" cy="7590"/>
          </a:xfrm>
          <a:prstGeom prst="rect">
            <a:avLst/>
          </a:prstGeom>
        </p:spPr>
      </p:pic>
      <p:pic>
        <p:nvPicPr>
          <p:cNvPr id="22" name="Image 18" descr="preencoded.png"/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8745789" y="565330"/>
            <a:ext cx="51612" cy="10051"/>
          </a:xfrm>
          <a:prstGeom prst="rect">
            <a:avLst/>
          </a:prstGeom>
        </p:spPr>
      </p:pic>
      <p:pic>
        <p:nvPicPr>
          <p:cNvPr id="23" name="Image 19" descr="preencoded.png"/>
          <p:cNvPicPr>
            <a:picLocks noChangeAspect="1"/>
          </p:cNvPicPr>
          <p:nvPr/>
        </p:nvPicPr>
        <p:blipFill>
          <a:blip r:embed="rId20"/>
          <a:srcRect r="2" b="-33"/>
          <a:stretch/>
        </p:blipFill>
        <p:spPr>
          <a:xfrm>
            <a:off x="8673837" y="553647"/>
            <a:ext cx="46661" cy="9232"/>
          </a:xfrm>
          <a:prstGeom prst="rect">
            <a:avLst/>
          </a:prstGeom>
        </p:spPr>
      </p:pic>
      <p:pic>
        <p:nvPicPr>
          <p:cNvPr id="24" name="Image 20" descr="preencoded.png"/>
          <p:cNvPicPr>
            <a:picLocks noChangeAspect="1"/>
          </p:cNvPicPr>
          <p:nvPr/>
        </p:nvPicPr>
        <p:blipFill>
          <a:blip r:embed="rId21"/>
          <a:srcRect/>
          <a:stretch/>
        </p:blipFill>
        <p:spPr>
          <a:xfrm>
            <a:off x="8517937" y="288336"/>
            <a:ext cx="337412" cy="337412"/>
          </a:xfrm>
          <a:prstGeom prst="rect">
            <a:avLst/>
          </a:prstGeom>
        </p:spPr>
      </p:pic>
      <p:pic>
        <p:nvPicPr>
          <p:cNvPr id="25" name="Image 21" descr="preencoded.png"/>
          <p:cNvPicPr>
            <a:picLocks noChangeAspect="1"/>
          </p:cNvPicPr>
          <p:nvPr/>
        </p:nvPicPr>
        <p:blipFill>
          <a:blip r:embed="rId22"/>
          <a:srcRect r="-9"/>
          <a:stretch/>
        </p:blipFill>
        <p:spPr>
          <a:xfrm>
            <a:off x="8658108" y="436345"/>
            <a:ext cx="11603" cy="8153"/>
          </a:xfrm>
          <a:prstGeom prst="rect">
            <a:avLst/>
          </a:prstGeom>
        </p:spPr>
      </p:pic>
      <p:pic>
        <p:nvPicPr>
          <p:cNvPr id="26" name="Image 22" descr="preencoded.png"/>
          <p:cNvPicPr>
            <a:picLocks noChangeAspect="1"/>
          </p:cNvPicPr>
          <p:nvPr/>
        </p:nvPicPr>
        <p:blipFill>
          <a:blip r:embed="rId23"/>
          <a:srcRect/>
          <a:stretch/>
        </p:blipFill>
        <p:spPr>
          <a:xfrm>
            <a:off x="8670651" y="432899"/>
            <a:ext cx="15679" cy="5646"/>
          </a:xfrm>
          <a:prstGeom prst="rect">
            <a:avLst/>
          </a:prstGeom>
        </p:spPr>
      </p:pic>
      <p:pic>
        <p:nvPicPr>
          <p:cNvPr id="27" name="Image 23" descr="preencoded.png"/>
          <p:cNvPicPr>
            <a:picLocks noChangeAspect="1"/>
          </p:cNvPicPr>
          <p:nvPr/>
        </p:nvPicPr>
        <p:blipFill>
          <a:blip r:embed="rId24"/>
          <a:srcRect b="19"/>
          <a:stretch/>
        </p:blipFill>
        <p:spPr>
          <a:xfrm>
            <a:off x="8668770" y="436345"/>
            <a:ext cx="15365" cy="5330"/>
          </a:xfrm>
          <a:prstGeom prst="rect">
            <a:avLst/>
          </a:prstGeom>
        </p:spPr>
      </p:pic>
      <p:pic>
        <p:nvPicPr>
          <p:cNvPr id="28" name="Image 24" descr="preencoded.png"/>
          <p:cNvPicPr>
            <a:picLocks noChangeAspect="1"/>
          </p:cNvPicPr>
          <p:nvPr/>
        </p:nvPicPr>
        <p:blipFill>
          <a:blip r:embed="rId25"/>
          <a:srcRect b="2"/>
          <a:stretch/>
        </p:blipFill>
        <p:spPr>
          <a:xfrm>
            <a:off x="8461806" y="503453"/>
            <a:ext cx="60521" cy="59266"/>
          </a:xfrm>
          <a:prstGeom prst="rect">
            <a:avLst/>
          </a:prstGeom>
        </p:spPr>
      </p:pic>
      <p:pic>
        <p:nvPicPr>
          <p:cNvPr id="29" name="Image 25" descr="preencoded.png"/>
          <p:cNvPicPr>
            <a:picLocks noChangeAspect="1"/>
          </p:cNvPicPr>
          <p:nvPr/>
        </p:nvPicPr>
        <p:blipFill>
          <a:blip r:embed="rId26"/>
          <a:srcRect b="3"/>
          <a:stretch/>
        </p:blipFill>
        <p:spPr>
          <a:xfrm>
            <a:off x="8491283" y="556133"/>
            <a:ext cx="64911" cy="64596"/>
          </a:xfrm>
          <a:prstGeom prst="rect">
            <a:avLst/>
          </a:prstGeom>
        </p:spPr>
      </p:pic>
      <p:pic>
        <p:nvPicPr>
          <p:cNvPr id="30" name="Image 26" descr="preencoded.png"/>
          <p:cNvPicPr>
            <a:picLocks noChangeAspect="1"/>
          </p:cNvPicPr>
          <p:nvPr/>
        </p:nvPicPr>
        <p:blipFill>
          <a:blip r:embed="rId27"/>
          <a:srcRect/>
          <a:stretch/>
        </p:blipFill>
        <p:spPr>
          <a:xfrm>
            <a:off x="8538633" y="599722"/>
            <a:ext cx="63971" cy="64284"/>
          </a:xfrm>
          <a:prstGeom prst="rect">
            <a:avLst/>
          </a:prstGeom>
        </p:spPr>
      </p:pic>
      <p:pic>
        <p:nvPicPr>
          <p:cNvPr id="31" name="Image 27" descr="preencoded.png"/>
          <p:cNvPicPr>
            <a:picLocks noChangeAspect="1"/>
          </p:cNvPicPr>
          <p:nvPr/>
        </p:nvPicPr>
        <p:blipFill>
          <a:blip r:embed="rId28"/>
          <a:srcRect r="-2" b="2"/>
          <a:stretch/>
        </p:blipFill>
        <p:spPr>
          <a:xfrm>
            <a:off x="8602483" y="634515"/>
            <a:ext cx="52924" cy="49574"/>
          </a:xfrm>
          <a:prstGeom prst="rect">
            <a:avLst/>
          </a:prstGeom>
        </p:spPr>
      </p:pic>
      <p:pic>
        <p:nvPicPr>
          <p:cNvPr id="32" name="Image 28" descr="preencoded.png"/>
          <p:cNvPicPr>
            <a:picLocks noChangeAspect="1"/>
          </p:cNvPicPr>
          <p:nvPr/>
        </p:nvPicPr>
        <p:blipFill>
          <a:blip r:embed="rId29"/>
          <a:srcRect r="2"/>
          <a:stretch/>
        </p:blipFill>
        <p:spPr>
          <a:xfrm>
            <a:off x="8670023" y="643937"/>
            <a:ext cx="45155" cy="47978"/>
          </a:xfrm>
          <a:prstGeom prst="rect">
            <a:avLst/>
          </a:prstGeom>
        </p:spPr>
      </p:pic>
      <p:pic>
        <p:nvPicPr>
          <p:cNvPr id="33" name="Image 29" descr="preencoded.png"/>
          <p:cNvPicPr>
            <a:picLocks noChangeAspect="1"/>
          </p:cNvPicPr>
          <p:nvPr/>
        </p:nvPicPr>
        <p:blipFill>
          <a:blip r:embed="rId30"/>
          <a:srcRect r="-2" b="2"/>
          <a:stretch/>
        </p:blipFill>
        <p:spPr>
          <a:xfrm>
            <a:off x="8729997" y="632403"/>
            <a:ext cx="51895" cy="49723"/>
          </a:xfrm>
          <a:prstGeom prst="rect">
            <a:avLst/>
          </a:prstGeom>
        </p:spPr>
      </p:pic>
      <p:pic>
        <p:nvPicPr>
          <p:cNvPr id="34" name="Image 30" descr="preencoded.png"/>
          <p:cNvPicPr>
            <a:picLocks noChangeAspect="1"/>
          </p:cNvPicPr>
          <p:nvPr/>
        </p:nvPicPr>
        <p:blipFill>
          <a:blip r:embed="rId31"/>
          <a:srcRect r="2" b="3"/>
          <a:stretch/>
        </p:blipFill>
        <p:spPr>
          <a:xfrm>
            <a:off x="8784166" y="596898"/>
            <a:ext cx="58639" cy="66163"/>
          </a:xfrm>
          <a:prstGeom prst="rect">
            <a:avLst/>
          </a:prstGeom>
        </p:spPr>
      </p:pic>
      <p:pic>
        <p:nvPicPr>
          <p:cNvPr id="35" name="Image 31" descr="preencoded.png"/>
          <p:cNvPicPr>
            <a:picLocks noChangeAspect="1"/>
          </p:cNvPicPr>
          <p:nvPr/>
        </p:nvPicPr>
        <p:blipFill>
          <a:blip r:embed="rId32"/>
          <a:srcRect/>
          <a:stretch/>
        </p:blipFill>
        <p:spPr>
          <a:xfrm>
            <a:off x="8824618" y="552059"/>
            <a:ext cx="64911" cy="64284"/>
          </a:xfrm>
          <a:prstGeom prst="rect">
            <a:avLst/>
          </a:prstGeom>
        </p:spPr>
      </p:pic>
      <p:pic>
        <p:nvPicPr>
          <p:cNvPr id="36" name="Image 32" descr="preencoded.png"/>
          <p:cNvPicPr>
            <a:picLocks noChangeAspect="1"/>
          </p:cNvPicPr>
          <p:nvPr/>
        </p:nvPicPr>
        <p:blipFill>
          <a:blip r:embed="rId33"/>
          <a:srcRect/>
          <a:stretch/>
        </p:blipFill>
        <p:spPr>
          <a:xfrm>
            <a:off x="8862895" y="503453"/>
            <a:ext cx="49918" cy="49988"/>
          </a:xfrm>
          <a:prstGeom prst="rect">
            <a:avLst/>
          </a:prstGeom>
        </p:spPr>
      </p:pic>
      <p:pic>
        <p:nvPicPr>
          <p:cNvPr id="37" name="Image 33" descr="preencoded.png"/>
          <p:cNvPicPr>
            <a:picLocks noChangeAspect="1"/>
          </p:cNvPicPr>
          <p:nvPr/>
        </p:nvPicPr>
        <p:blipFill>
          <a:blip r:embed="rId34"/>
          <a:srcRect b="3"/>
          <a:stretch/>
        </p:blipFill>
        <p:spPr>
          <a:xfrm>
            <a:off x="8458357" y="356071"/>
            <a:ext cx="50843" cy="58010"/>
          </a:xfrm>
          <a:prstGeom prst="rect">
            <a:avLst/>
          </a:prstGeom>
        </p:spPr>
      </p:pic>
      <p:pic>
        <p:nvPicPr>
          <p:cNvPr id="38" name="Image 34" descr="preencoded.png"/>
          <p:cNvPicPr>
            <a:picLocks noChangeAspect="1"/>
          </p:cNvPicPr>
          <p:nvPr/>
        </p:nvPicPr>
        <p:blipFill>
          <a:blip r:embed="rId35"/>
          <a:srcRect/>
          <a:stretch/>
        </p:blipFill>
        <p:spPr>
          <a:xfrm>
            <a:off x="8481248" y="306837"/>
            <a:ext cx="64284" cy="63657"/>
          </a:xfrm>
          <a:prstGeom prst="rect">
            <a:avLst/>
          </a:prstGeom>
        </p:spPr>
      </p:pic>
      <p:pic>
        <p:nvPicPr>
          <p:cNvPr id="39" name="Image 35" descr="preencoded.png"/>
          <p:cNvPicPr>
            <a:picLocks noChangeAspect="1"/>
          </p:cNvPicPr>
          <p:nvPr/>
        </p:nvPicPr>
        <p:blipFill>
          <a:blip r:embed="rId36"/>
          <a:srcRect b="2"/>
          <a:stretch/>
        </p:blipFill>
        <p:spPr>
          <a:xfrm>
            <a:off x="8519818" y="262626"/>
            <a:ext cx="64911" cy="65224"/>
          </a:xfrm>
          <a:prstGeom prst="rect">
            <a:avLst/>
          </a:prstGeom>
        </p:spPr>
      </p:pic>
      <p:pic>
        <p:nvPicPr>
          <p:cNvPr id="40" name="Image 36" descr="preencoded.png"/>
          <p:cNvPicPr>
            <a:picLocks noChangeAspect="1"/>
          </p:cNvPicPr>
          <p:nvPr/>
        </p:nvPicPr>
        <p:blipFill>
          <a:blip r:embed="rId37"/>
          <a:srcRect r="-2" b="2"/>
          <a:stretch/>
        </p:blipFill>
        <p:spPr>
          <a:xfrm>
            <a:off x="8570932" y="240139"/>
            <a:ext cx="54407" cy="55411"/>
          </a:xfrm>
          <a:prstGeom prst="rect">
            <a:avLst/>
          </a:prstGeom>
        </p:spPr>
      </p:pic>
      <p:pic>
        <p:nvPicPr>
          <p:cNvPr id="41" name="Image 37" descr="preencoded.png"/>
          <p:cNvPicPr>
            <a:picLocks noChangeAspect="1"/>
          </p:cNvPicPr>
          <p:nvPr/>
        </p:nvPicPr>
        <p:blipFill>
          <a:blip r:embed="rId38"/>
          <a:srcRect b="4"/>
          <a:stretch/>
        </p:blipFill>
        <p:spPr>
          <a:xfrm>
            <a:off x="8625496" y="222484"/>
            <a:ext cx="46410" cy="53620"/>
          </a:xfrm>
          <a:prstGeom prst="rect">
            <a:avLst/>
          </a:prstGeom>
        </p:spPr>
      </p:pic>
      <p:pic>
        <p:nvPicPr>
          <p:cNvPr id="42" name="Image 38" descr="preencoded.png"/>
          <p:cNvPicPr>
            <a:picLocks noChangeAspect="1"/>
          </p:cNvPicPr>
          <p:nvPr/>
        </p:nvPicPr>
        <p:blipFill>
          <a:blip r:embed="rId39"/>
          <a:srcRect b="4"/>
          <a:stretch/>
        </p:blipFill>
        <p:spPr>
          <a:xfrm>
            <a:off x="8676923" y="221545"/>
            <a:ext cx="43588" cy="47662"/>
          </a:xfrm>
          <a:prstGeom prst="rect">
            <a:avLst/>
          </a:prstGeom>
        </p:spPr>
      </p:pic>
      <p:pic>
        <p:nvPicPr>
          <p:cNvPr id="43" name="Image 39" descr="preencoded.png"/>
          <p:cNvPicPr>
            <a:picLocks noChangeAspect="1"/>
          </p:cNvPicPr>
          <p:nvPr/>
        </p:nvPicPr>
        <p:blipFill>
          <a:blip r:embed="rId40"/>
          <a:srcRect/>
          <a:stretch/>
        </p:blipFill>
        <p:spPr>
          <a:xfrm>
            <a:off x="8725982" y="231032"/>
            <a:ext cx="50031" cy="49267"/>
          </a:xfrm>
          <a:prstGeom prst="rect">
            <a:avLst/>
          </a:prstGeom>
        </p:spPr>
      </p:pic>
      <p:pic>
        <p:nvPicPr>
          <p:cNvPr id="44" name="Image 40" descr="preencoded.png"/>
          <p:cNvPicPr>
            <a:picLocks noChangeAspect="1"/>
          </p:cNvPicPr>
          <p:nvPr/>
        </p:nvPicPr>
        <p:blipFill>
          <a:blip r:embed="rId41"/>
          <a:srcRect b="3"/>
          <a:stretch/>
        </p:blipFill>
        <p:spPr>
          <a:xfrm>
            <a:off x="8767860" y="244748"/>
            <a:ext cx="63343" cy="63968"/>
          </a:xfrm>
          <a:prstGeom prst="rect">
            <a:avLst/>
          </a:prstGeom>
        </p:spPr>
      </p:pic>
      <p:pic>
        <p:nvPicPr>
          <p:cNvPr id="45" name="Image 41" descr="preencoded.png"/>
          <p:cNvPicPr>
            <a:picLocks noChangeAspect="1"/>
          </p:cNvPicPr>
          <p:nvPr/>
        </p:nvPicPr>
        <p:blipFill>
          <a:blip r:embed="rId42"/>
          <a:srcRect r="2" b="-4"/>
          <a:stretch/>
        </p:blipFill>
        <p:spPr>
          <a:xfrm>
            <a:off x="8818974" y="277988"/>
            <a:ext cx="53308" cy="52997"/>
          </a:xfrm>
          <a:prstGeom prst="rect">
            <a:avLst/>
          </a:prstGeom>
        </p:spPr>
      </p:pic>
      <p:pic>
        <p:nvPicPr>
          <p:cNvPr id="46" name="Image 42" descr="preencoded.png"/>
          <p:cNvPicPr>
            <a:picLocks noChangeAspect="1"/>
          </p:cNvPicPr>
          <p:nvPr/>
        </p:nvPicPr>
        <p:blipFill>
          <a:blip r:embed="rId43"/>
          <a:srcRect b="-2"/>
          <a:stretch/>
        </p:blipFill>
        <p:spPr>
          <a:xfrm>
            <a:off x="8840298" y="320008"/>
            <a:ext cx="59580" cy="56759"/>
          </a:xfrm>
          <a:prstGeom prst="rect">
            <a:avLst/>
          </a:prstGeom>
        </p:spPr>
      </p:pic>
      <p:pic>
        <p:nvPicPr>
          <p:cNvPr id="47" name="Image 43" descr="preencoded.png"/>
          <p:cNvPicPr>
            <a:picLocks noChangeAspect="1"/>
          </p:cNvPicPr>
          <p:nvPr/>
        </p:nvPicPr>
        <p:blipFill>
          <a:blip r:embed="rId44"/>
          <a:srcRect b="5"/>
          <a:stretch/>
        </p:blipFill>
        <p:spPr>
          <a:xfrm>
            <a:off x="8865071" y="362969"/>
            <a:ext cx="53622" cy="43272"/>
          </a:xfrm>
          <a:prstGeom prst="rect">
            <a:avLst/>
          </a:prstGeom>
        </p:spPr>
      </p:pic>
      <p:sp>
        <p:nvSpPr>
          <p:cNvPr id="48" name="Shape 2"/>
          <p:cNvSpPr/>
          <p:nvPr/>
        </p:nvSpPr>
        <p:spPr>
          <a:xfrm>
            <a:off x="190500" y="333375"/>
            <a:ext cx="8763000" cy="2847975"/>
          </a:xfrm>
          <a:prstGeom prst="rect">
            <a:avLst/>
          </a:prstGeom>
          <a:noFill/>
          <a:ln/>
        </p:spPr>
      </p:sp>
      <p:sp>
        <p:nvSpPr>
          <p:cNvPr id="49" name="Shape 3"/>
          <p:cNvSpPr/>
          <p:nvPr/>
        </p:nvSpPr>
        <p:spPr>
          <a:xfrm>
            <a:off x="190500" y="333375"/>
            <a:ext cx="4948238" cy="266700"/>
          </a:xfrm>
          <a:prstGeom prst="rect">
            <a:avLst/>
          </a:prstGeom>
          <a:noFill/>
          <a:ln/>
        </p:spPr>
      </p:sp>
      <p:sp>
        <p:nvSpPr>
          <p:cNvPr id="50" name="Text 4"/>
          <p:cNvSpPr/>
          <p:nvPr/>
        </p:nvSpPr>
        <p:spPr>
          <a:xfrm>
            <a:off x="190500" y="333375"/>
            <a:ext cx="494823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65"/>
              </a:lnSpc>
              <a:buNone/>
            </a:pPr>
            <a:r>
              <a:rPr lang="en-US" sz="2850" dirty="0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Загловок</a:t>
            </a:r>
            <a:endParaRPr lang="en-US" sz="2850" dirty="0"/>
          </a:p>
        </p:txBody>
      </p:sp>
      <p:sp>
        <p:nvSpPr>
          <p:cNvPr id="51" name="Shape 5"/>
          <p:cNvSpPr/>
          <p:nvPr/>
        </p:nvSpPr>
        <p:spPr>
          <a:xfrm>
            <a:off x="190500" y="885825"/>
            <a:ext cx="4452938" cy="2295525"/>
          </a:xfrm>
          <a:prstGeom prst="roundRect">
            <a:avLst>
              <a:gd name="adj" fmla="val 23900"/>
            </a:avLst>
          </a:prstGeom>
          <a:solidFill>
            <a:srgbClr val="FFFFFF"/>
          </a:solidFill>
          <a:ln/>
        </p:spPr>
      </p:sp>
      <p:sp>
        <p:nvSpPr>
          <p:cNvPr id="52" name="Shape 6"/>
          <p:cNvSpPr/>
          <p:nvPr/>
        </p:nvSpPr>
        <p:spPr>
          <a:xfrm>
            <a:off x="381000" y="1171575"/>
            <a:ext cx="4071938" cy="1724025"/>
          </a:xfrm>
          <a:prstGeom prst="rect">
            <a:avLst/>
          </a:prstGeom>
          <a:noFill/>
          <a:ln/>
        </p:spPr>
      </p:sp>
      <p:sp>
        <p:nvSpPr>
          <p:cNvPr id="53" name="Shape 7"/>
          <p:cNvSpPr/>
          <p:nvPr/>
        </p:nvSpPr>
        <p:spPr>
          <a:xfrm>
            <a:off x="381000" y="1171575"/>
            <a:ext cx="4071938" cy="123825"/>
          </a:xfrm>
          <a:prstGeom prst="rect">
            <a:avLst/>
          </a:prstGeom>
          <a:noFill/>
          <a:ln/>
        </p:spPr>
      </p:sp>
      <p:pic>
        <p:nvPicPr>
          <p:cNvPr id="54" name="Image 44" descr="preencoded.png"/>
          <p:cNvPicPr>
            <a:picLocks noChangeAspect="1"/>
          </p:cNvPicPr>
          <p:nvPr/>
        </p:nvPicPr>
        <p:blipFill>
          <a:blip r:embed="rId45"/>
          <a:srcRect/>
          <a:stretch/>
        </p:blipFill>
        <p:spPr>
          <a:xfrm>
            <a:off x="381000" y="1171575"/>
            <a:ext cx="209550" cy="146340"/>
          </a:xfrm>
          <a:prstGeom prst="rect">
            <a:avLst/>
          </a:prstGeom>
        </p:spPr>
      </p:pic>
      <p:sp>
        <p:nvSpPr>
          <p:cNvPr id="55" name="Text 8"/>
          <p:cNvSpPr/>
          <p:nvPr/>
        </p:nvSpPr>
        <p:spPr>
          <a:xfrm>
            <a:off x="647700" y="1171575"/>
            <a:ext cx="380523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8"/>
              </a:lnSpc>
              <a:buNone/>
            </a:pPr>
            <a:r>
              <a:rPr lang="en-US" sz="1140" dirty="0">
                <a:solidFill>
                  <a:srgbClr val="2942BB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текст</a:t>
            </a:r>
            <a:endParaRPr lang="en-US" sz="1140" dirty="0"/>
          </a:p>
        </p:txBody>
      </p:sp>
      <p:sp>
        <p:nvSpPr>
          <p:cNvPr id="56" name="Shape 9"/>
          <p:cNvSpPr/>
          <p:nvPr/>
        </p:nvSpPr>
        <p:spPr>
          <a:xfrm>
            <a:off x="381000" y="1438275"/>
            <a:ext cx="4071938" cy="123825"/>
          </a:xfrm>
          <a:prstGeom prst="rect">
            <a:avLst/>
          </a:prstGeom>
          <a:noFill/>
          <a:ln/>
        </p:spPr>
      </p:sp>
      <p:pic>
        <p:nvPicPr>
          <p:cNvPr id="57" name="Image 45" descr="preencoded.png"/>
          <p:cNvPicPr>
            <a:picLocks noChangeAspect="1"/>
          </p:cNvPicPr>
          <p:nvPr/>
        </p:nvPicPr>
        <p:blipFill>
          <a:blip r:embed="rId45"/>
          <a:srcRect/>
          <a:stretch/>
        </p:blipFill>
        <p:spPr>
          <a:xfrm>
            <a:off x="381000" y="1438275"/>
            <a:ext cx="209550" cy="146340"/>
          </a:xfrm>
          <a:prstGeom prst="rect">
            <a:avLst/>
          </a:prstGeom>
        </p:spPr>
      </p:pic>
      <p:sp>
        <p:nvSpPr>
          <p:cNvPr id="58" name="Text 10"/>
          <p:cNvSpPr/>
          <p:nvPr/>
        </p:nvSpPr>
        <p:spPr>
          <a:xfrm>
            <a:off x="647700" y="1438275"/>
            <a:ext cx="380523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8"/>
              </a:lnSpc>
              <a:buNone/>
            </a:pPr>
            <a:r>
              <a:rPr lang="en-US" sz="1140" dirty="0">
                <a:solidFill>
                  <a:srgbClr val="2942BB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текст</a:t>
            </a:r>
            <a:endParaRPr lang="en-US" sz="1140" dirty="0"/>
          </a:p>
        </p:txBody>
      </p:sp>
      <p:sp>
        <p:nvSpPr>
          <p:cNvPr id="59" name="Shape 11"/>
          <p:cNvSpPr/>
          <p:nvPr/>
        </p:nvSpPr>
        <p:spPr>
          <a:xfrm>
            <a:off x="381000" y="1704975"/>
            <a:ext cx="4071938" cy="123825"/>
          </a:xfrm>
          <a:prstGeom prst="rect">
            <a:avLst/>
          </a:prstGeom>
          <a:noFill/>
          <a:ln/>
        </p:spPr>
      </p:sp>
      <p:pic>
        <p:nvPicPr>
          <p:cNvPr id="60" name="Image 46" descr="preencoded.png"/>
          <p:cNvPicPr>
            <a:picLocks noChangeAspect="1"/>
          </p:cNvPicPr>
          <p:nvPr/>
        </p:nvPicPr>
        <p:blipFill>
          <a:blip r:embed="rId45"/>
          <a:srcRect/>
          <a:stretch/>
        </p:blipFill>
        <p:spPr>
          <a:xfrm>
            <a:off x="381000" y="1704975"/>
            <a:ext cx="209550" cy="146340"/>
          </a:xfrm>
          <a:prstGeom prst="rect">
            <a:avLst/>
          </a:prstGeom>
        </p:spPr>
      </p:pic>
      <p:sp>
        <p:nvSpPr>
          <p:cNvPr id="61" name="Text 12"/>
          <p:cNvSpPr/>
          <p:nvPr/>
        </p:nvSpPr>
        <p:spPr>
          <a:xfrm>
            <a:off x="647700" y="1704975"/>
            <a:ext cx="380523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8"/>
              </a:lnSpc>
              <a:buNone/>
            </a:pPr>
            <a:r>
              <a:rPr lang="en-US" sz="1140" dirty="0">
                <a:solidFill>
                  <a:srgbClr val="2942BB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текст</a:t>
            </a:r>
            <a:endParaRPr lang="en-US" sz="1140" dirty="0"/>
          </a:p>
        </p:txBody>
      </p:sp>
      <p:sp>
        <p:nvSpPr>
          <p:cNvPr id="62" name="Shape 13"/>
          <p:cNvSpPr/>
          <p:nvPr/>
        </p:nvSpPr>
        <p:spPr>
          <a:xfrm>
            <a:off x="381000" y="1971675"/>
            <a:ext cx="4071938" cy="123825"/>
          </a:xfrm>
          <a:prstGeom prst="rect">
            <a:avLst/>
          </a:prstGeom>
          <a:noFill/>
          <a:ln/>
        </p:spPr>
      </p:sp>
      <p:pic>
        <p:nvPicPr>
          <p:cNvPr id="63" name="Image 47" descr="preencoded.png"/>
          <p:cNvPicPr>
            <a:picLocks noChangeAspect="1"/>
          </p:cNvPicPr>
          <p:nvPr/>
        </p:nvPicPr>
        <p:blipFill>
          <a:blip r:embed="rId45"/>
          <a:srcRect/>
          <a:stretch/>
        </p:blipFill>
        <p:spPr>
          <a:xfrm>
            <a:off x="381000" y="1971675"/>
            <a:ext cx="209550" cy="146340"/>
          </a:xfrm>
          <a:prstGeom prst="rect">
            <a:avLst/>
          </a:prstGeom>
        </p:spPr>
      </p:pic>
      <p:sp>
        <p:nvSpPr>
          <p:cNvPr id="64" name="Text 14"/>
          <p:cNvSpPr/>
          <p:nvPr/>
        </p:nvSpPr>
        <p:spPr>
          <a:xfrm>
            <a:off x="647700" y="1971675"/>
            <a:ext cx="380523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8"/>
              </a:lnSpc>
              <a:buNone/>
            </a:pPr>
            <a:r>
              <a:rPr lang="en-US" sz="1140" dirty="0">
                <a:solidFill>
                  <a:srgbClr val="2942BB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текст</a:t>
            </a:r>
            <a:endParaRPr lang="en-US" sz="1140" dirty="0"/>
          </a:p>
        </p:txBody>
      </p:sp>
      <p:sp>
        <p:nvSpPr>
          <p:cNvPr id="65" name="Shape 15"/>
          <p:cNvSpPr/>
          <p:nvPr/>
        </p:nvSpPr>
        <p:spPr>
          <a:xfrm>
            <a:off x="381000" y="2238375"/>
            <a:ext cx="4071938" cy="123825"/>
          </a:xfrm>
          <a:prstGeom prst="rect">
            <a:avLst/>
          </a:prstGeom>
          <a:noFill/>
          <a:ln/>
        </p:spPr>
      </p:sp>
      <p:pic>
        <p:nvPicPr>
          <p:cNvPr id="66" name="Image 48" descr="preencoded.png"/>
          <p:cNvPicPr>
            <a:picLocks noChangeAspect="1"/>
          </p:cNvPicPr>
          <p:nvPr/>
        </p:nvPicPr>
        <p:blipFill>
          <a:blip r:embed="rId45"/>
          <a:srcRect/>
          <a:stretch/>
        </p:blipFill>
        <p:spPr>
          <a:xfrm>
            <a:off x="381000" y="2238375"/>
            <a:ext cx="209550" cy="146340"/>
          </a:xfrm>
          <a:prstGeom prst="rect">
            <a:avLst/>
          </a:prstGeom>
        </p:spPr>
      </p:pic>
      <p:sp>
        <p:nvSpPr>
          <p:cNvPr id="67" name="Text 16"/>
          <p:cNvSpPr/>
          <p:nvPr/>
        </p:nvSpPr>
        <p:spPr>
          <a:xfrm>
            <a:off x="647700" y="2238375"/>
            <a:ext cx="380523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8"/>
              </a:lnSpc>
              <a:buNone/>
            </a:pPr>
            <a:r>
              <a:rPr lang="en-US" sz="1140" dirty="0">
                <a:solidFill>
                  <a:srgbClr val="2942BB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текст</a:t>
            </a:r>
            <a:endParaRPr lang="en-US" sz="1140" dirty="0"/>
          </a:p>
        </p:txBody>
      </p:sp>
      <p:sp>
        <p:nvSpPr>
          <p:cNvPr id="68" name="Shape 17"/>
          <p:cNvSpPr/>
          <p:nvPr/>
        </p:nvSpPr>
        <p:spPr>
          <a:xfrm>
            <a:off x="381000" y="2505075"/>
            <a:ext cx="4071938" cy="123825"/>
          </a:xfrm>
          <a:prstGeom prst="rect">
            <a:avLst/>
          </a:prstGeom>
          <a:noFill/>
          <a:ln/>
        </p:spPr>
      </p:sp>
      <p:pic>
        <p:nvPicPr>
          <p:cNvPr id="69" name="Image 49" descr="preencoded.png"/>
          <p:cNvPicPr>
            <a:picLocks noChangeAspect="1"/>
          </p:cNvPicPr>
          <p:nvPr/>
        </p:nvPicPr>
        <p:blipFill>
          <a:blip r:embed="rId45"/>
          <a:srcRect/>
          <a:stretch/>
        </p:blipFill>
        <p:spPr>
          <a:xfrm>
            <a:off x="381000" y="2505075"/>
            <a:ext cx="209550" cy="146340"/>
          </a:xfrm>
          <a:prstGeom prst="rect">
            <a:avLst/>
          </a:prstGeom>
        </p:spPr>
      </p:pic>
      <p:sp>
        <p:nvSpPr>
          <p:cNvPr id="70" name="Text 18"/>
          <p:cNvSpPr/>
          <p:nvPr/>
        </p:nvSpPr>
        <p:spPr>
          <a:xfrm>
            <a:off x="647700" y="2505075"/>
            <a:ext cx="381000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8"/>
              </a:lnSpc>
              <a:buNone/>
            </a:pPr>
            <a:r>
              <a:rPr lang="en-US" sz="1140" dirty="0">
                <a:solidFill>
                  <a:srgbClr val="2942BB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текст</a:t>
            </a:r>
            <a:endParaRPr lang="en-US" sz="1140" dirty="0"/>
          </a:p>
        </p:txBody>
      </p:sp>
      <p:sp>
        <p:nvSpPr>
          <p:cNvPr id="71" name="Shape 19"/>
          <p:cNvSpPr/>
          <p:nvPr/>
        </p:nvSpPr>
        <p:spPr>
          <a:xfrm>
            <a:off x="381000" y="2771775"/>
            <a:ext cx="4071938" cy="123825"/>
          </a:xfrm>
          <a:prstGeom prst="rect">
            <a:avLst/>
          </a:prstGeom>
          <a:noFill/>
          <a:ln/>
        </p:spPr>
      </p:sp>
      <p:pic>
        <p:nvPicPr>
          <p:cNvPr id="72" name="Image 50" descr="preencoded.png"/>
          <p:cNvPicPr>
            <a:picLocks noChangeAspect="1"/>
          </p:cNvPicPr>
          <p:nvPr/>
        </p:nvPicPr>
        <p:blipFill>
          <a:blip r:embed="rId45"/>
          <a:srcRect/>
          <a:stretch/>
        </p:blipFill>
        <p:spPr>
          <a:xfrm>
            <a:off x="381000" y="2771775"/>
            <a:ext cx="209550" cy="146340"/>
          </a:xfrm>
          <a:prstGeom prst="rect">
            <a:avLst/>
          </a:prstGeom>
        </p:spPr>
      </p:pic>
      <p:sp>
        <p:nvSpPr>
          <p:cNvPr id="73" name="Text 20"/>
          <p:cNvSpPr/>
          <p:nvPr/>
        </p:nvSpPr>
        <p:spPr>
          <a:xfrm>
            <a:off x="647700" y="2771775"/>
            <a:ext cx="381000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8"/>
              </a:lnSpc>
              <a:buNone/>
            </a:pPr>
            <a:r>
              <a:rPr lang="en-US" sz="1140" dirty="0">
                <a:solidFill>
                  <a:srgbClr val="2942BB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текст</a:t>
            </a:r>
            <a:endParaRPr lang="en-US" sz="1140" dirty="0"/>
          </a:p>
        </p:txBody>
      </p:sp>
      <p:pic>
        <p:nvPicPr>
          <p:cNvPr id="74" name="Image 51" descr="preencoded.png"/>
          <p:cNvPicPr>
            <a:picLocks noChangeAspect="1"/>
          </p:cNvPicPr>
          <p:nvPr/>
        </p:nvPicPr>
        <p:blipFill>
          <a:blip r:embed="rId46"/>
          <a:srcRect b="3359"/>
          <a:stretch/>
        </p:blipFill>
        <p:spPr>
          <a:xfrm>
            <a:off x="5238750" y="1581150"/>
            <a:ext cx="3686175" cy="35623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942B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72325" y="190500"/>
            <a:ext cx="1781175" cy="533400"/>
          </a:xfrm>
          <a:prstGeom prst="rect">
            <a:avLst/>
          </a:prstGeom>
          <a:noFill/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172325" y="304800"/>
            <a:ext cx="1095375" cy="3048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420100" y="190500"/>
            <a:ext cx="533400" cy="533400"/>
          </a:xfrm>
          <a:prstGeom prst="rect">
            <a:avLst/>
          </a:prstGeom>
          <a:noFill/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871969" y="445126"/>
            <a:ext cx="15679" cy="22580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 b="-5"/>
          <a:stretch/>
        </p:blipFill>
        <p:spPr>
          <a:xfrm>
            <a:off x="8889843" y="436034"/>
            <a:ext cx="16306" cy="38886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6"/>
          <a:srcRect b="-9"/>
          <a:stretch/>
        </p:blipFill>
        <p:spPr>
          <a:xfrm>
            <a:off x="8908031" y="445126"/>
            <a:ext cx="15365" cy="22580"/>
          </a:xfrm>
          <a:prstGeom prst="rect">
            <a:avLst/>
          </a:prstGeom>
        </p:spPr>
      </p:pic>
      <p:pic>
        <p:nvPicPr>
          <p:cNvPr id="8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449577" y="445126"/>
            <a:ext cx="15993" cy="22580"/>
          </a:xfrm>
          <a:prstGeom prst="rect">
            <a:avLst/>
          </a:prstGeom>
        </p:spPr>
      </p:pic>
      <p:pic>
        <p:nvPicPr>
          <p:cNvPr id="9" name="Image 5" descr="preencoded.png"/>
          <p:cNvPicPr>
            <a:picLocks noChangeAspect="1"/>
          </p:cNvPicPr>
          <p:nvPr/>
        </p:nvPicPr>
        <p:blipFill>
          <a:blip r:embed="rId6"/>
          <a:srcRect b="-9"/>
          <a:stretch/>
        </p:blipFill>
        <p:spPr>
          <a:xfrm>
            <a:off x="8485638" y="445126"/>
            <a:ext cx="15365" cy="22580"/>
          </a:xfrm>
          <a:prstGeom prst="rect">
            <a:avLst/>
          </a:prstGeom>
        </p:spPr>
      </p:pic>
      <p:pic>
        <p:nvPicPr>
          <p:cNvPr id="10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428880" y="199281"/>
            <a:ext cx="515526" cy="515527"/>
          </a:xfrm>
          <a:prstGeom prst="rect">
            <a:avLst/>
          </a:prstGeom>
        </p:spPr>
      </p:pic>
      <p:pic>
        <p:nvPicPr>
          <p:cNvPr id="11" name="Image 7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8622382" y="417100"/>
            <a:ext cx="24623" cy="15980"/>
          </a:xfrm>
          <a:prstGeom prst="rect">
            <a:avLst/>
          </a:prstGeom>
        </p:spPr>
      </p:pic>
      <p:pic>
        <p:nvPicPr>
          <p:cNvPr id="12" name="Image 8" descr="preencoded.png"/>
          <p:cNvPicPr>
            <a:picLocks noChangeAspect="1"/>
          </p:cNvPicPr>
          <p:nvPr/>
        </p:nvPicPr>
        <p:blipFill>
          <a:blip r:embed="rId10"/>
          <a:srcRect b="9"/>
          <a:stretch/>
        </p:blipFill>
        <p:spPr>
          <a:xfrm>
            <a:off x="8617059" y="428163"/>
            <a:ext cx="23871" cy="11078"/>
          </a:xfrm>
          <a:prstGeom prst="rect">
            <a:avLst/>
          </a:prstGeom>
        </p:spPr>
      </p:pic>
      <p:pic>
        <p:nvPicPr>
          <p:cNvPr id="13" name="Image 9" descr="preencoded.png"/>
          <p:cNvPicPr>
            <a:picLocks noChangeAspect="1"/>
          </p:cNvPicPr>
          <p:nvPr/>
        </p:nvPicPr>
        <p:blipFill>
          <a:blip r:embed="rId11"/>
          <a:srcRect b="30"/>
          <a:stretch/>
        </p:blipFill>
        <p:spPr>
          <a:xfrm>
            <a:off x="8644883" y="412565"/>
            <a:ext cx="9399" cy="10092"/>
          </a:xfrm>
          <a:prstGeom prst="rect">
            <a:avLst/>
          </a:prstGeom>
        </p:spPr>
      </p:pic>
      <p:pic>
        <p:nvPicPr>
          <p:cNvPr id="14" name="Image 10" descr="preencoded.png"/>
          <p:cNvPicPr>
            <a:picLocks noChangeAspect="1"/>
          </p:cNvPicPr>
          <p:nvPr/>
        </p:nvPicPr>
        <p:blipFill>
          <a:blip r:embed="rId12"/>
          <a:srcRect b="21"/>
          <a:stretch/>
        </p:blipFill>
        <p:spPr>
          <a:xfrm>
            <a:off x="8670651" y="500946"/>
            <a:ext cx="11916" cy="14422"/>
          </a:xfrm>
          <a:prstGeom prst="rect">
            <a:avLst/>
          </a:prstGeom>
        </p:spPr>
      </p:pic>
      <p:pic>
        <p:nvPicPr>
          <p:cNvPr id="15" name="Image 11" descr="preencoded.png"/>
          <p:cNvPicPr>
            <a:picLocks noChangeAspect="1"/>
          </p:cNvPicPr>
          <p:nvPr/>
        </p:nvPicPr>
        <p:blipFill>
          <a:blip r:embed="rId13"/>
          <a:srcRect r="10" b="7"/>
          <a:stretch/>
        </p:blipFill>
        <p:spPr>
          <a:xfrm>
            <a:off x="8705772" y="501574"/>
            <a:ext cx="10034" cy="13483"/>
          </a:xfrm>
          <a:prstGeom prst="rect">
            <a:avLst/>
          </a:prstGeom>
        </p:spPr>
      </p:pic>
      <p:pic>
        <p:nvPicPr>
          <p:cNvPr id="16" name="Image 12" descr="preencoded.png"/>
          <p:cNvPicPr>
            <a:picLocks noChangeAspect="1"/>
          </p:cNvPicPr>
          <p:nvPr/>
        </p:nvPicPr>
        <p:blipFill>
          <a:blip r:embed="rId14"/>
          <a:srcRect b="11"/>
          <a:stretch/>
        </p:blipFill>
        <p:spPr>
          <a:xfrm>
            <a:off x="8670651" y="477427"/>
            <a:ext cx="11916" cy="17622"/>
          </a:xfrm>
          <a:prstGeom prst="rect">
            <a:avLst/>
          </a:prstGeom>
        </p:spPr>
      </p:pic>
      <p:pic>
        <p:nvPicPr>
          <p:cNvPr id="17" name="Image 13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8688524" y="501258"/>
            <a:ext cx="10975" cy="14111"/>
          </a:xfrm>
          <a:prstGeom prst="rect">
            <a:avLst/>
          </a:prstGeom>
        </p:spPr>
      </p:pic>
      <p:pic>
        <p:nvPicPr>
          <p:cNvPr id="18" name="Image 14" descr="preencoded.png"/>
          <p:cNvPicPr>
            <a:picLocks noChangeAspect="1"/>
          </p:cNvPicPr>
          <p:nvPr/>
        </p:nvPicPr>
        <p:blipFill>
          <a:blip r:embed="rId14"/>
          <a:srcRect b="12"/>
          <a:stretch/>
        </p:blipFill>
        <p:spPr>
          <a:xfrm>
            <a:off x="8688838" y="479310"/>
            <a:ext cx="10975" cy="16055"/>
          </a:xfrm>
          <a:prstGeom prst="rect">
            <a:avLst/>
          </a:prstGeom>
        </p:spPr>
      </p:pic>
      <p:pic>
        <p:nvPicPr>
          <p:cNvPr id="19" name="Image 15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8708653" y="447904"/>
            <a:ext cx="19321" cy="5739"/>
          </a:xfrm>
          <a:prstGeom prst="rect">
            <a:avLst/>
          </a:prstGeom>
        </p:spPr>
      </p:pic>
      <p:pic>
        <p:nvPicPr>
          <p:cNvPr id="20" name="Image 16" descr="preencoded.png"/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8669710" y="457358"/>
            <a:ext cx="15679" cy="5018"/>
          </a:xfrm>
          <a:prstGeom prst="rect">
            <a:avLst/>
          </a:prstGeom>
        </p:spPr>
      </p:pic>
      <p:pic>
        <p:nvPicPr>
          <p:cNvPr id="21" name="Image 17" descr="preencoded.png"/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8614546" y="543401"/>
            <a:ext cx="36762" cy="7590"/>
          </a:xfrm>
          <a:prstGeom prst="rect">
            <a:avLst/>
          </a:prstGeom>
        </p:spPr>
      </p:pic>
      <p:pic>
        <p:nvPicPr>
          <p:cNvPr id="22" name="Image 18" descr="preencoded.png"/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8745789" y="565330"/>
            <a:ext cx="51612" cy="10051"/>
          </a:xfrm>
          <a:prstGeom prst="rect">
            <a:avLst/>
          </a:prstGeom>
        </p:spPr>
      </p:pic>
      <p:pic>
        <p:nvPicPr>
          <p:cNvPr id="23" name="Image 19" descr="preencoded.png"/>
          <p:cNvPicPr>
            <a:picLocks noChangeAspect="1"/>
          </p:cNvPicPr>
          <p:nvPr/>
        </p:nvPicPr>
        <p:blipFill>
          <a:blip r:embed="rId20"/>
          <a:srcRect r="2" b="-33"/>
          <a:stretch/>
        </p:blipFill>
        <p:spPr>
          <a:xfrm>
            <a:off x="8673837" y="553647"/>
            <a:ext cx="46661" cy="9232"/>
          </a:xfrm>
          <a:prstGeom prst="rect">
            <a:avLst/>
          </a:prstGeom>
        </p:spPr>
      </p:pic>
      <p:pic>
        <p:nvPicPr>
          <p:cNvPr id="24" name="Image 20" descr="preencoded.png"/>
          <p:cNvPicPr>
            <a:picLocks noChangeAspect="1"/>
          </p:cNvPicPr>
          <p:nvPr/>
        </p:nvPicPr>
        <p:blipFill>
          <a:blip r:embed="rId21"/>
          <a:srcRect/>
          <a:stretch/>
        </p:blipFill>
        <p:spPr>
          <a:xfrm>
            <a:off x="8517937" y="288336"/>
            <a:ext cx="337412" cy="337412"/>
          </a:xfrm>
          <a:prstGeom prst="rect">
            <a:avLst/>
          </a:prstGeom>
        </p:spPr>
      </p:pic>
      <p:pic>
        <p:nvPicPr>
          <p:cNvPr id="25" name="Image 21" descr="preencoded.png"/>
          <p:cNvPicPr>
            <a:picLocks noChangeAspect="1"/>
          </p:cNvPicPr>
          <p:nvPr/>
        </p:nvPicPr>
        <p:blipFill>
          <a:blip r:embed="rId22"/>
          <a:srcRect r="-9"/>
          <a:stretch/>
        </p:blipFill>
        <p:spPr>
          <a:xfrm>
            <a:off x="8658108" y="436345"/>
            <a:ext cx="11603" cy="8153"/>
          </a:xfrm>
          <a:prstGeom prst="rect">
            <a:avLst/>
          </a:prstGeom>
        </p:spPr>
      </p:pic>
      <p:pic>
        <p:nvPicPr>
          <p:cNvPr id="26" name="Image 22" descr="preencoded.png"/>
          <p:cNvPicPr>
            <a:picLocks noChangeAspect="1"/>
          </p:cNvPicPr>
          <p:nvPr/>
        </p:nvPicPr>
        <p:blipFill>
          <a:blip r:embed="rId23"/>
          <a:srcRect/>
          <a:stretch/>
        </p:blipFill>
        <p:spPr>
          <a:xfrm>
            <a:off x="8670651" y="432899"/>
            <a:ext cx="15679" cy="5646"/>
          </a:xfrm>
          <a:prstGeom prst="rect">
            <a:avLst/>
          </a:prstGeom>
        </p:spPr>
      </p:pic>
      <p:pic>
        <p:nvPicPr>
          <p:cNvPr id="27" name="Image 23" descr="preencoded.png"/>
          <p:cNvPicPr>
            <a:picLocks noChangeAspect="1"/>
          </p:cNvPicPr>
          <p:nvPr/>
        </p:nvPicPr>
        <p:blipFill>
          <a:blip r:embed="rId24"/>
          <a:srcRect b="19"/>
          <a:stretch/>
        </p:blipFill>
        <p:spPr>
          <a:xfrm>
            <a:off x="8668770" y="436345"/>
            <a:ext cx="15365" cy="5330"/>
          </a:xfrm>
          <a:prstGeom prst="rect">
            <a:avLst/>
          </a:prstGeom>
        </p:spPr>
      </p:pic>
      <p:pic>
        <p:nvPicPr>
          <p:cNvPr id="28" name="Image 24" descr="preencoded.png"/>
          <p:cNvPicPr>
            <a:picLocks noChangeAspect="1"/>
          </p:cNvPicPr>
          <p:nvPr/>
        </p:nvPicPr>
        <p:blipFill>
          <a:blip r:embed="rId25"/>
          <a:srcRect b="2"/>
          <a:stretch/>
        </p:blipFill>
        <p:spPr>
          <a:xfrm>
            <a:off x="8461806" y="503453"/>
            <a:ext cx="60521" cy="59266"/>
          </a:xfrm>
          <a:prstGeom prst="rect">
            <a:avLst/>
          </a:prstGeom>
        </p:spPr>
      </p:pic>
      <p:pic>
        <p:nvPicPr>
          <p:cNvPr id="29" name="Image 25" descr="preencoded.png"/>
          <p:cNvPicPr>
            <a:picLocks noChangeAspect="1"/>
          </p:cNvPicPr>
          <p:nvPr/>
        </p:nvPicPr>
        <p:blipFill>
          <a:blip r:embed="rId26"/>
          <a:srcRect b="3"/>
          <a:stretch/>
        </p:blipFill>
        <p:spPr>
          <a:xfrm>
            <a:off x="8491283" y="556133"/>
            <a:ext cx="64911" cy="64596"/>
          </a:xfrm>
          <a:prstGeom prst="rect">
            <a:avLst/>
          </a:prstGeom>
        </p:spPr>
      </p:pic>
      <p:pic>
        <p:nvPicPr>
          <p:cNvPr id="30" name="Image 26" descr="preencoded.png"/>
          <p:cNvPicPr>
            <a:picLocks noChangeAspect="1"/>
          </p:cNvPicPr>
          <p:nvPr/>
        </p:nvPicPr>
        <p:blipFill>
          <a:blip r:embed="rId27"/>
          <a:srcRect/>
          <a:stretch/>
        </p:blipFill>
        <p:spPr>
          <a:xfrm>
            <a:off x="8538633" y="599722"/>
            <a:ext cx="63971" cy="64284"/>
          </a:xfrm>
          <a:prstGeom prst="rect">
            <a:avLst/>
          </a:prstGeom>
        </p:spPr>
      </p:pic>
      <p:pic>
        <p:nvPicPr>
          <p:cNvPr id="31" name="Image 27" descr="preencoded.png"/>
          <p:cNvPicPr>
            <a:picLocks noChangeAspect="1"/>
          </p:cNvPicPr>
          <p:nvPr/>
        </p:nvPicPr>
        <p:blipFill>
          <a:blip r:embed="rId28"/>
          <a:srcRect r="-2" b="2"/>
          <a:stretch/>
        </p:blipFill>
        <p:spPr>
          <a:xfrm>
            <a:off x="8602483" y="634515"/>
            <a:ext cx="52924" cy="49574"/>
          </a:xfrm>
          <a:prstGeom prst="rect">
            <a:avLst/>
          </a:prstGeom>
        </p:spPr>
      </p:pic>
      <p:pic>
        <p:nvPicPr>
          <p:cNvPr id="32" name="Image 28" descr="preencoded.png"/>
          <p:cNvPicPr>
            <a:picLocks noChangeAspect="1"/>
          </p:cNvPicPr>
          <p:nvPr/>
        </p:nvPicPr>
        <p:blipFill>
          <a:blip r:embed="rId29"/>
          <a:srcRect r="2"/>
          <a:stretch/>
        </p:blipFill>
        <p:spPr>
          <a:xfrm>
            <a:off x="8670023" y="643937"/>
            <a:ext cx="45155" cy="47978"/>
          </a:xfrm>
          <a:prstGeom prst="rect">
            <a:avLst/>
          </a:prstGeom>
        </p:spPr>
      </p:pic>
      <p:pic>
        <p:nvPicPr>
          <p:cNvPr id="33" name="Image 29" descr="preencoded.png"/>
          <p:cNvPicPr>
            <a:picLocks noChangeAspect="1"/>
          </p:cNvPicPr>
          <p:nvPr/>
        </p:nvPicPr>
        <p:blipFill>
          <a:blip r:embed="rId30"/>
          <a:srcRect r="-2" b="2"/>
          <a:stretch/>
        </p:blipFill>
        <p:spPr>
          <a:xfrm>
            <a:off x="8729997" y="632403"/>
            <a:ext cx="51895" cy="49723"/>
          </a:xfrm>
          <a:prstGeom prst="rect">
            <a:avLst/>
          </a:prstGeom>
        </p:spPr>
      </p:pic>
      <p:pic>
        <p:nvPicPr>
          <p:cNvPr id="34" name="Image 30" descr="preencoded.png"/>
          <p:cNvPicPr>
            <a:picLocks noChangeAspect="1"/>
          </p:cNvPicPr>
          <p:nvPr/>
        </p:nvPicPr>
        <p:blipFill>
          <a:blip r:embed="rId31"/>
          <a:srcRect r="2" b="3"/>
          <a:stretch/>
        </p:blipFill>
        <p:spPr>
          <a:xfrm>
            <a:off x="8784166" y="596898"/>
            <a:ext cx="58639" cy="66163"/>
          </a:xfrm>
          <a:prstGeom prst="rect">
            <a:avLst/>
          </a:prstGeom>
        </p:spPr>
      </p:pic>
      <p:pic>
        <p:nvPicPr>
          <p:cNvPr id="35" name="Image 31" descr="preencoded.png"/>
          <p:cNvPicPr>
            <a:picLocks noChangeAspect="1"/>
          </p:cNvPicPr>
          <p:nvPr/>
        </p:nvPicPr>
        <p:blipFill>
          <a:blip r:embed="rId32"/>
          <a:srcRect/>
          <a:stretch/>
        </p:blipFill>
        <p:spPr>
          <a:xfrm>
            <a:off x="8824618" y="552059"/>
            <a:ext cx="64911" cy="64284"/>
          </a:xfrm>
          <a:prstGeom prst="rect">
            <a:avLst/>
          </a:prstGeom>
        </p:spPr>
      </p:pic>
      <p:pic>
        <p:nvPicPr>
          <p:cNvPr id="36" name="Image 32" descr="preencoded.png"/>
          <p:cNvPicPr>
            <a:picLocks noChangeAspect="1"/>
          </p:cNvPicPr>
          <p:nvPr/>
        </p:nvPicPr>
        <p:blipFill>
          <a:blip r:embed="rId33"/>
          <a:srcRect/>
          <a:stretch/>
        </p:blipFill>
        <p:spPr>
          <a:xfrm>
            <a:off x="8862895" y="503453"/>
            <a:ext cx="49918" cy="49988"/>
          </a:xfrm>
          <a:prstGeom prst="rect">
            <a:avLst/>
          </a:prstGeom>
        </p:spPr>
      </p:pic>
      <p:pic>
        <p:nvPicPr>
          <p:cNvPr id="37" name="Image 33" descr="preencoded.png"/>
          <p:cNvPicPr>
            <a:picLocks noChangeAspect="1"/>
          </p:cNvPicPr>
          <p:nvPr/>
        </p:nvPicPr>
        <p:blipFill>
          <a:blip r:embed="rId34"/>
          <a:srcRect b="3"/>
          <a:stretch/>
        </p:blipFill>
        <p:spPr>
          <a:xfrm>
            <a:off x="8458357" y="356071"/>
            <a:ext cx="50843" cy="58010"/>
          </a:xfrm>
          <a:prstGeom prst="rect">
            <a:avLst/>
          </a:prstGeom>
        </p:spPr>
      </p:pic>
      <p:pic>
        <p:nvPicPr>
          <p:cNvPr id="38" name="Image 34" descr="preencoded.png"/>
          <p:cNvPicPr>
            <a:picLocks noChangeAspect="1"/>
          </p:cNvPicPr>
          <p:nvPr/>
        </p:nvPicPr>
        <p:blipFill>
          <a:blip r:embed="rId35"/>
          <a:srcRect/>
          <a:stretch/>
        </p:blipFill>
        <p:spPr>
          <a:xfrm>
            <a:off x="8481248" y="306837"/>
            <a:ext cx="64284" cy="63657"/>
          </a:xfrm>
          <a:prstGeom prst="rect">
            <a:avLst/>
          </a:prstGeom>
        </p:spPr>
      </p:pic>
      <p:pic>
        <p:nvPicPr>
          <p:cNvPr id="39" name="Image 35" descr="preencoded.png"/>
          <p:cNvPicPr>
            <a:picLocks noChangeAspect="1"/>
          </p:cNvPicPr>
          <p:nvPr/>
        </p:nvPicPr>
        <p:blipFill>
          <a:blip r:embed="rId36"/>
          <a:srcRect b="2"/>
          <a:stretch/>
        </p:blipFill>
        <p:spPr>
          <a:xfrm>
            <a:off x="8519818" y="262626"/>
            <a:ext cx="64911" cy="65224"/>
          </a:xfrm>
          <a:prstGeom prst="rect">
            <a:avLst/>
          </a:prstGeom>
        </p:spPr>
      </p:pic>
      <p:pic>
        <p:nvPicPr>
          <p:cNvPr id="40" name="Image 36" descr="preencoded.png"/>
          <p:cNvPicPr>
            <a:picLocks noChangeAspect="1"/>
          </p:cNvPicPr>
          <p:nvPr/>
        </p:nvPicPr>
        <p:blipFill>
          <a:blip r:embed="rId37"/>
          <a:srcRect r="-2" b="2"/>
          <a:stretch/>
        </p:blipFill>
        <p:spPr>
          <a:xfrm>
            <a:off x="8570932" y="240139"/>
            <a:ext cx="54407" cy="55411"/>
          </a:xfrm>
          <a:prstGeom prst="rect">
            <a:avLst/>
          </a:prstGeom>
        </p:spPr>
      </p:pic>
      <p:pic>
        <p:nvPicPr>
          <p:cNvPr id="41" name="Image 37" descr="preencoded.png"/>
          <p:cNvPicPr>
            <a:picLocks noChangeAspect="1"/>
          </p:cNvPicPr>
          <p:nvPr/>
        </p:nvPicPr>
        <p:blipFill>
          <a:blip r:embed="rId38"/>
          <a:srcRect b="4"/>
          <a:stretch/>
        </p:blipFill>
        <p:spPr>
          <a:xfrm>
            <a:off x="8625496" y="222484"/>
            <a:ext cx="46410" cy="53620"/>
          </a:xfrm>
          <a:prstGeom prst="rect">
            <a:avLst/>
          </a:prstGeom>
        </p:spPr>
      </p:pic>
      <p:pic>
        <p:nvPicPr>
          <p:cNvPr id="42" name="Image 38" descr="preencoded.png"/>
          <p:cNvPicPr>
            <a:picLocks noChangeAspect="1"/>
          </p:cNvPicPr>
          <p:nvPr/>
        </p:nvPicPr>
        <p:blipFill>
          <a:blip r:embed="rId39"/>
          <a:srcRect b="4"/>
          <a:stretch/>
        </p:blipFill>
        <p:spPr>
          <a:xfrm>
            <a:off x="8676923" y="221545"/>
            <a:ext cx="43588" cy="47662"/>
          </a:xfrm>
          <a:prstGeom prst="rect">
            <a:avLst/>
          </a:prstGeom>
        </p:spPr>
      </p:pic>
      <p:pic>
        <p:nvPicPr>
          <p:cNvPr id="43" name="Image 39" descr="preencoded.png"/>
          <p:cNvPicPr>
            <a:picLocks noChangeAspect="1"/>
          </p:cNvPicPr>
          <p:nvPr/>
        </p:nvPicPr>
        <p:blipFill>
          <a:blip r:embed="rId40"/>
          <a:srcRect/>
          <a:stretch/>
        </p:blipFill>
        <p:spPr>
          <a:xfrm>
            <a:off x="8725982" y="231032"/>
            <a:ext cx="50031" cy="49267"/>
          </a:xfrm>
          <a:prstGeom prst="rect">
            <a:avLst/>
          </a:prstGeom>
        </p:spPr>
      </p:pic>
      <p:pic>
        <p:nvPicPr>
          <p:cNvPr id="44" name="Image 40" descr="preencoded.png"/>
          <p:cNvPicPr>
            <a:picLocks noChangeAspect="1"/>
          </p:cNvPicPr>
          <p:nvPr/>
        </p:nvPicPr>
        <p:blipFill>
          <a:blip r:embed="rId41"/>
          <a:srcRect b="3"/>
          <a:stretch/>
        </p:blipFill>
        <p:spPr>
          <a:xfrm>
            <a:off x="8767860" y="244748"/>
            <a:ext cx="63343" cy="63968"/>
          </a:xfrm>
          <a:prstGeom prst="rect">
            <a:avLst/>
          </a:prstGeom>
        </p:spPr>
      </p:pic>
      <p:pic>
        <p:nvPicPr>
          <p:cNvPr id="45" name="Image 41" descr="preencoded.png"/>
          <p:cNvPicPr>
            <a:picLocks noChangeAspect="1"/>
          </p:cNvPicPr>
          <p:nvPr/>
        </p:nvPicPr>
        <p:blipFill>
          <a:blip r:embed="rId42"/>
          <a:srcRect r="2" b="-4"/>
          <a:stretch/>
        </p:blipFill>
        <p:spPr>
          <a:xfrm>
            <a:off x="8818974" y="277988"/>
            <a:ext cx="53308" cy="52997"/>
          </a:xfrm>
          <a:prstGeom prst="rect">
            <a:avLst/>
          </a:prstGeom>
        </p:spPr>
      </p:pic>
      <p:pic>
        <p:nvPicPr>
          <p:cNvPr id="46" name="Image 42" descr="preencoded.png"/>
          <p:cNvPicPr>
            <a:picLocks noChangeAspect="1"/>
          </p:cNvPicPr>
          <p:nvPr/>
        </p:nvPicPr>
        <p:blipFill>
          <a:blip r:embed="rId43"/>
          <a:srcRect b="-2"/>
          <a:stretch/>
        </p:blipFill>
        <p:spPr>
          <a:xfrm>
            <a:off x="8840298" y="320008"/>
            <a:ext cx="59580" cy="56759"/>
          </a:xfrm>
          <a:prstGeom prst="rect">
            <a:avLst/>
          </a:prstGeom>
        </p:spPr>
      </p:pic>
      <p:pic>
        <p:nvPicPr>
          <p:cNvPr id="47" name="Image 43" descr="preencoded.png"/>
          <p:cNvPicPr>
            <a:picLocks noChangeAspect="1"/>
          </p:cNvPicPr>
          <p:nvPr/>
        </p:nvPicPr>
        <p:blipFill>
          <a:blip r:embed="rId44"/>
          <a:srcRect b="5"/>
          <a:stretch/>
        </p:blipFill>
        <p:spPr>
          <a:xfrm>
            <a:off x="8865071" y="362969"/>
            <a:ext cx="53622" cy="43272"/>
          </a:xfrm>
          <a:prstGeom prst="rect">
            <a:avLst/>
          </a:prstGeom>
        </p:spPr>
      </p:pic>
      <p:sp>
        <p:nvSpPr>
          <p:cNvPr id="48" name="Shape 2"/>
          <p:cNvSpPr/>
          <p:nvPr/>
        </p:nvSpPr>
        <p:spPr>
          <a:xfrm>
            <a:off x="190500" y="333375"/>
            <a:ext cx="6186488" cy="3086100"/>
          </a:xfrm>
          <a:prstGeom prst="rect">
            <a:avLst/>
          </a:prstGeom>
          <a:noFill/>
          <a:ln/>
        </p:spPr>
      </p:sp>
      <p:sp>
        <p:nvSpPr>
          <p:cNvPr id="49" name="Text 3"/>
          <p:cNvSpPr/>
          <p:nvPr/>
        </p:nvSpPr>
        <p:spPr>
          <a:xfrm>
            <a:off x="190500" y="333375"/>
            <a:ext cx="61864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65"/>
              </a:lnSpc>
              <a:buNone/>
            </a:pPr>
            <a:r>
              <a:rPr lang="en-US" sz="2850" dirty="0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Заголовок</a:t>
            </a:r>
            <a:endParaRPr lang="en-US" sz="2850" dirty="0"/>
          </a:p>
        </p:txBody>
      </p:sp>
      <p:sp>
        <p:nvSpPr>
          <p:cNvPr id="50" name="Shape 4"/>
          <p:cNvSpPr/>
          <p:nvPr/>
        </p:nvSpPr>
        <p:spPr>
          <a:xfrm>
            <a:off x="190500" y="1076325"/>
            <a:ext cx="6143625" cy="2343150"/>
          </a:xfrm>
          <a:prstGeom prst="rect">
            <a:avLst/>
          </a:prstGeom>
          <a:noFill/>
          <a:ln/>
        </p:spPr>
      </p:sp>
      <p:sp>
        <p:nvSpPr>
          <p:cNvPr id="51" name="Shape 5"/>
          <p:cNvSpPr/>
          <p:nvPr/>
        </p:nvSpPr>
        <p:spPr>
          <a:xfrm>
            <a:off x="190500" y="1076325"/>
            <a:ext cx="5610225" cy="152400"/>
          </a:xfrm>
          <a:prstGeom prst="rect">
            <a:avLst/>
          </a:prstGeom>
          <a:noFill/>
          <a:ln/>
        </p:spPr>
      </p:sp>
      <p:pic>
        <p:nvPicPr>
          <p:cNvPr id="52" name="Image 44" descr="preencoded.png"/>
          <p:cNvPicPr>
            <a:picLocks noChangeAspect="1"/>
          </p:cNvPicPr>
          <p:nvPr/>
        </p:nvPicPr>
        <p:blipFill>
          <a:blip r:embed="rId45"/>
          <a:srcRect/>
          <a:stretch/>
        </p:blipFill>
        <p:spPr>
          <a:xfrm>
            <a:off x="190500" y="1152525"/>
            <a:ext cx="209550" cy="140280"/>
          </a:xfrm>
          <a:prstGeom prst="rect">
            <a:avLst/>
          </a:prstGeom>
        </p:spPr>
      </p:pic>
      <p:sp>
        <p:nvSpPr>
          <p:cNvPr id="53" name="Text 6"/>
          <p:cNvSpPr/>
          <p:nvPr/>
        </p:nvSpPr>
        <p:spPr>
          <a:xfrm>
            <a:off x="476250" y="1076325"/>
            <a:ext cx="5810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5"/>
              </a:lnSpc>
              <a:buNone/>
            </a:pPr>
            <a:r>
              <a:rPr lang="en-US" sz="1639" dirty="0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текст</a:t>
            </a:r>
            <a:endParaRPr lang="en-US" sz="1639" dirty="0"/>
          </a:p>
        </p:txBody>
      </p:sp>
      <p:sp>
        <p:nvSpPr>
          <p:cNvPr id="54" name="Shape 7"/>
          <p:cNvSpPr/>
          <p:nvPr/>
        </p:nvSpPr>
        <p:spPr>
          <a:xfrm>
            <a:off x="190500" y="1514475"/>
            <a:ext cx="6143625" cy="152400"/>
          </a:xfrm>
          <a:prstGeom prst="rect">
            <a:avLst/>
          </a:prstGeom>
          <a:noFill/>
          <a:ln/>
        </p:spPr>
      </p:sp>
      <p:pic>
        <p:nvPicPr>
          <p:cNvPr id="55" name="Image 45" descr="preencoded.png"/>
          <p:cNvPicPr>
            <a:picLocks noChangeAspect="1"/>
          </p:cNvPicPr>
          <p:nvPr/>
        </p:nvPicPr>
        <p:blipFill>
          <a:blip r:embed="rId45"/>
          <a:srcRect/>
          <a:stretch/>
        </p:blipFill>
        <p:spPr>
          <a:xfrm>
            <a:off x="190500" y="1590675"/>
            <a:ext cx="209550" cy="140280"/>
          </a:xfrm>
          <a:prstGeom prst="rect">
            <a:avLst/>
          </a:prstGeom>
        </p:spPr>
      </p:pic>
      <p:sp>
        <p:nvSpPr>
          <p:cNvPr id="56" name="Text 8"/>
          <p:cNvSpPr/>
          <p:nvPr/>
        </p:nvSpPr>
        <p:spPr>
          <a:xfrm>
            <a:off x="476250" y="1514475"/>
            <a:ext cx="5810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5"/>
              </a:lnSpc>
              <a:buNone/>
            </a:pPr>
            <a:r>
              <a:rPr lang="en-US" sz="1639" dirty="0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текст</a:t>
            </a:r>
            <a:endParaRPr lang="en-US" sz="1639" dirty="0"/>
          </a:p>
        </p:txBody>
      </p:sp>
      <p:sp>
        <p:nvSpPr>
          <p:cNvPr id="57" name="Shape 9"/>
          <p:cNvSpPr/>
          <p:nvPr/>
        </p:nvSpPr>
        <p:spPr>
          <a:xfrm>
            <a:off x="190500" y="1952625"/>
            <a:ext cx="5553075" cy="152400"/>
          </a:xfrm>
          <a:prstGeom prst="rect">
            <a:avLst/>
          </a:prstGeom>
          <a:noFill/>
          <a:ln/>
        </p:spPr>
      </p:sp>
      <p:pic>
        <p:nvPicPr>
          <p:cNvPr id="58" name="Image 46" descr="preencoded.png"/>
          <p:cNvPicPr>
            <a:picLocks noChangeAspect="1"/>
          </p:cNvPicPr>
          <p:nvPr/>
        </p:nvPicPr>
        <p:blipFill>
          <a:blip r:embed="rId45"/>
          <a:srcRect/>
          <a:stretch/>
        </p:blipFill>
        <p:spPr>
          <a:xfrm>
            <a:off x="190500" y="2028825"/>
            <a:ext cx="209550" cy="140280"/>
          </a:xfrm>
          <a:prstGeom prst="rect">
            <a:avLst/>
          </a:prstGeom>
        </p:spPr>
      </p:pic>
      <p:sp>
        <p:nvSpPr>
          <p:cNvPr id="59" name="Text 10"/>
          <p:cNvSpPr/>
          <p:nvPr/>
        </p:nvSpPr>
        <p:spPr>
          <a:xfrm>
            <a:off x="476250" y="1952625"/>
            <a:ext cx="5810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5"/>
              </a:lnSpc>
              <a:buNone/>
            </a:pPr>
            <a:r>
              <a:rPr lang="en-US" sz="1639" dirty="0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текст</a:t>
            </a:r>
            <a:endParaRPr lang="en-US" sz="1639" dirty="0"/>
          </a:p>
        </p:txBody>
      </p:sp>
      <p:sp>
        <p:nvSpPr>
          <p:cNvPr id="60" name="Shape 11"/>
          <p:cNvSpPr/>
          <p:nvPr/>
        </p:nvSpPr>
        <p:spPr>
          <a:xfrm>
            <a:off x="190500" y="2390775"/>
            <a:ext cx="5095875" cy="152400"/>
          </a:xfrm>
          <a:prstGeom prst="rect">
            <a:avLst/>
          </a:prstGeom>
          <a:noFill/>
          <a:ln/>
        </p:spPr>
      </p:sp>
      <p:pic>
        <p:nvPicPr>
          <p:cNvPr id="61" name="Image 47" descr="preencoded.png"/>
          <p:cNvPicPr>
            <a:picLocks noChangeAspect="1"/>
          </p:cNvPicPr>
          <p:nvPr/>
        </p:nvPicPr>
        <p:blipFill>
          <a:blip r:embed="rId45"/>
          <a:srcRect/>
          <a:stretch/>
        </p:blipFill>
        <p:spPr>
          <a:xfrm>
            <a:off x="190500" y="2466975"/>
            <a:ext cx="209550" cy="140280"/>
          </a:xfrm>
          <a:prstGeom prst="rect">
            <a:avLst/>
          </a:prstGeom>
        </p:spPr>
      </p:pic>
      <p:sp>
        <p:nvSpPr>
          <p:cNvPr id="62" name="Text 12"/>
          <p:cNvSpPr/>
          <p:nvPr/>
        </p:nvSpPr>
        <p:spPr>
          <a:xfrm>
            <a:off x="476250" y="2390775"/>
            <a:ext cx="5810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5"/>
              </a:lnSpc>
              <a:buNone/>
            </a:pPr>
            <a:r>
              <a:rPr lang="en-US" sz="1639" dirty="0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текст</a:t>
            </a:r>
            <a:endParaRPr lang="en-US" sz="1639" dirty="0"/>
          </a:p>
        </p:txBody>
      </p:sp>
      <p:sp>
        <p:nvSpPr>
          <p:cNvPr id="63" name="Shape 13"/>
          <p:cNvSpPr/>
          <p:nvPr/>
        </p:nvSpPr>
        <p:spPr>
          <a:xfrm>
            <a:off x="190500" y="2828925"/>
            <a:ext cx="5614988" cy="152400"/>
          </a:xfrm>
          <a:prstGeom prst="rect">
            <a:avLst/>
          </a:prstGeom>
          <a:noFill/>
          <a:ln/>
        </p:spPr>
      </p:sp>
      <p:pic>
        <p:nvPicPr>
          <p:cNvPr id="64" name="Image 48" descr="preencoded.png"/>
          <p:cNvPicPr>
            <a:picLocks noChangeAspect="1"/>
          </p:cNvPicPr>
          <p:nvPr/>
        </p:nvPicPr>
        <p:blipFill>
          <a:blip r:embed="rId45"/>
          <a:srcRect/>
          <a:stretch/>
        </p:blipFill>
        <p:spPr>
          <a:xfrm>
            <a:off x="190500" y="2905125"/>
            <a:ext cx="209550" cy="140280"/>
          </a:xfrm>
          <a:prstGeom prst="rect">
            <a:avLst/>
          </a:prstGeom>
        </p:spPr>
      </p:pic>
      <p:sp>
        <p:nvSpPr>
          <p:cNvPr id="65" name="Text 14"/>
          <p:cNvSpPr/>
          <p:nvPr/>
        </p:nvSpPr>
        <p:spPr>
          <a:xfrm>
            <a:off x="476250" y="2828925"/>
            <a:ext cx="5810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5"/>
              </a:lnSpc>
              <a:buNone/>
            </a:pPr>
            <a:r>
              <a:rPr lang="en-US" sz="1639" dirty="0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текст</a:t>
            </a:r>
            <a:endParaRPr lang="en-US" sz="1639" dirty="0"/>
          </a:p>
        </p:txBody>
      </p:sp>
      <p:sp>
        <p:nvSpPr>
          <p:cNvPr id="66" name="Shape 15"/>
          <p:cNvSpPr/>
          <p:nvPr/>
        </p:nvSpPr>
        <p:spPr>
          <a:xfrm>
            <a:off x="190500" y="3267075"/>
            <a:ext cx="6000750" cy="152400"/>
          </a:xfrm>
          <a:prstGeom prst="rect">
            <a:avLst/>
          </a:prstGeom>
          <a:noFill/>
          <a:ln/>
        </p:spPr>
      </p:sp>
      <p:pic>
        <p:nvPicPr>
          <p:cNvPr id="67" name="Image 49" descr="preencoded.png"/>
          <p:cNvPicPr>
            <a:picLocks noChangeAspect="1"/>
          </p:cNvPicPr>
          <p:nvPr/>
        </p:nvPicPr>
        <p:blipFill>
          <a:blip r:embed="rId45"/>
          <a:srcRect/>
          <a:stretch/>
        </p:blipFill>
        <p:spPr>
          <a:xfrm>
            <a:off x="190500" y="3343275"/>
            <a:ext cx="209550" cy="140280"/>
          </a:xfrm>
          <a:prstGeom prst="rect">
            <a:avLst/>
          </a:prstGeom>
        </p:spPr>
      </p:pic>
      <p:sp>
        <p:nvSpPr>
          <p:cNvPr id="68" name="Text 16"/>
          <p:cNvSpPr/>
          <p:nvPr/>
        </p:nvSpPr>
        <p:spPr>
          <a:xfrm>
            <a:off x="476250" y="3267075"/>
            <a:ext cx="5810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5"/>
              </a:lnSpc>
              <a:buNone/>
            </a:pPr>
            <a:r>
              <a:rPr lang="en-US" sz="1639" dirty="0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текст</a:t>
            </a:r>
            <a:endParaRPr lang="en-US" sz="1639" dirty="0"/>
          </a:p>
        </p:txBody>
      </p:sp>
      <p:pic>
        <p:nvPicPr>
          <p:cNvPr id="69" name="Image 50" descr="preencoded.png"/>
          <p:cNvPicPr>
            <a:picLocks noChangeAspect="1"/>
          </p:cNvPicPr>
          <p:nvPr/>
        </p:nvPicPr>
        <p:blipFill>
          <a:blip r:embed="rId46"/>
          <a:srcRect b="8672"/>
          <a:stretch/>
        </p:blipFill>
        <p:spPr>
          <a:xfrm>
            <a:off x="5510213" y="1933575"/>
            <a:ext cx="3514725" cy="3209925"/>
          </a:xfrm>
          <a:prstGeom prst="rect">
            <a:avLst/>
          </a:prstGeom>
        </p:spPr>
      </p:pic>
      <p:sp>
        <p:nvSpPr>
          <p:cNvPr id="70" name="Shape 17"/>
          <p:cNvSpPr/>
          <p:nvPr/>
        </p:nvSpPr>
        <p:spPr>
          <a:xfrm>
            <a:off x="190500" y="4562475"/>
            <a:ext cx="842963" cy="390525"/>
          </a:xfrm>
          <a:prstGeom prst="roundRect">
            <a:avLst>
              <a:gd name="adj" fmla="val 93659"/>
            </a:avLst>
          </a:prstGeom>
          <a:solidFill>
            <a:srgbClr val="FFFFFF"/>
          </a:solidFill>
          <a:ln/>
        </p:spPr>
      </p:sp>
      <p:sp>
        <p:nvSpPr>
          <p:cNvPr id="71" name="Text 18"/>
          <p:cNvSpPr/>
          <p:nvPr/>
        </p:nvSpPr>
        <p:spPr>
          <a:xfrm>
            <a:off x="333375" y="4705350"/>
            <a:ext cx="55721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6"/>
              </a:lnSpc>
              <a:buNone/>
            </a:pPr>
            <a:r>
              <a:rPr lang="en-US" sz="1140" b="1" dirty="0">
                <a:solidFill>
                  <a:srgbClr val="2942BB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Сноска</a:t>
            </a:r>
            <a:endParaRPr lang="en-US" sz="114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942B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8625" y="361950"/>
            <a:ext cx="3757613" cy="3600450"/>
          </a:xfrm>
          <a:prstGeom prst="rect">
            <a:avLst/>
          </a:prstGeom>
          <a:noFill/>
          <a:ln/>
        </p:spPr>
      </p:sp>
      <p:sp>
        <p:nvSpPr>
          <p:cNvPr id="3" name="Shape 1"/>
          <p:cNvSpPr/>
          <p:nvPr/>
        </p:nvSpPr>
        <p:spPr>
          <a:xfrm>
            <a:off x="428625" y="361950"/>
            <a:ext cx="1781175" cy="533400"/>
          </a:xfrm>
          <a:prstGeom prst="rect">
            <a:avLst/>
          </a:prstGeom>
          <a:noFill/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28625" y="476250"/>
            <a:ext cx="1095375" cy="30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676400" y="361950"/>
            <a:ext cx="533400" cy="533400"/>
          </a:xfrm>
          <a:prstGeom prst="rect">
            <a:avLst/>
          </a:prstGeom>
          <a:noFill/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 b="-9"/>
          <a:stretch/>
        </p:blipFill>
        <p:spPr>
          <a:xfrm>
            <a:off x="2128269" y="616576"/>
            <a:ext cx="15679" cy="22580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146143" y="607484"/>
            <a:ext cx="16306" cy="38886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/>
          <a:srcRect b="-9"/>
          <a:stretch/>
        </p:blipFill>
        <p:spPr>
          <a:xfrm>
            <a:off x="2164331" y="616576"/>
            <a:ext cx="15365" cy="22580"/>
          </a:xfrm>
          <a:prstGeom prst="rect">
            <a:avLst/>
          </a:prstGeom>
        </p:spPr>
      </p:pic>
      <p:pic>
        <p:nvPicPr>
          <p:cNvPr id="9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705877" y="616576"/>
            <a:ext cx="15993" cy="22580"/>
          </a:xfrm>
          <a:prstGeom prst="rect">
            <a:avLst/>
          </a:prstGeom>
        </p:spPr>
      </p:pic>
      <p:pic>
        <p:nvPicPr>
          <p:cNvPr id="10" name="Image 5" descr="preencoded.png"/>
          <p:cNvPicPr>
            <a:picLocks noChangeAspect="1"/>
          </p:cNvPicPr>
          <p:nvPr/>
        </p:nvPicPr>
        <p:blipFill>
          <a:blip r:embed="rId6"/>
          <a:srcRect b="-9"/>
          <a:stretch/>
        </p:blipFill>
        <p:spPr>
          <a:xfrm>
            <a:off x="1741938" y="616576"/>
            <a:ext cx="15365" cy="22580"/>
          </a:xfrm>
          <a:prstGeom prst="rect">
            <a:avLst/>
          </a:prstGeom>
        </p:spPr>
      </p:pic>
      <p:pic>
        <p:nvPicPr>
          <p:cNvPr id="11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685180" y="370731"/>
            <a:ext cx="515526" cy="515527"/>
          </a:xfrm>
          <a:prstGeom prst="rect">
            <a:avLst/>
          </a:prstGeom>
        </p:spPr>
      </p:pic>
      <p:pic>
        <p:nvPicPr>
          <p:cNvPr id="12" name="Image 7" descr="preencoded.png"/>
          <p:cNvPicPr>
            <a:picLocks noChangeAspect="1"/>
          </p:cNvPicPr>
          <p:nvPr/>
        </p:nvPicPr>
        <p:blipFill>
          <a:blip r:embed="rId9"/>
          <a:srcRect b="-6"/>
          <a:stretch/>
        </p:blipFill>
        <p:spPr>
          <a:xfrm>
            <a:off x="1878682" y="588550"/>
            <a:ext cx="24623" cy="15980"/>
          </a:xfrm>
          <a:prstGeom prst="rect">
            <a:avLst/>
          </a:prstGeom>
        </p:spPr>
      </p:pic>
      <p:pic>
        <p:nvPicPr>
          <p:cNvPr id="13" name="Image 8" descr="preencoded.png"/>
          <p:cNvPicPr>
            <a:picLocks noChangeAspect="1"/>
          </p:cNvPicPr>
          <p:nvPr/>
        </p:nvPicPr>
        <p:blipFill>
          <a:blip r:embed="rId10"/>
          <a:srcRect b="9"/>
          <a:stretch/>
        </p:blipFill>
        <p:spPr>
          <a:xfrm>
            <a:off x="1873359" y="599613"/>
            <a:ext cx="23871" cy="11078"/>
          </a:xfrm>
          <a:prstGeom prst="rect">
            <a:avLst/>
          </a:prstGeom>
        </p:spPr>
      </p:pic>
      <p:pic>
        <p:nvPicPr>
          <p:cNvPr id="14" name="Image 9" descr="preencoded.png"/>
          <p:cNvPicPr>
            <a:picLocks noChangeAspect="1"/>
          </p:cNvPicPr>
          <p:nvPr/>
        </p:nvPicPr>
        <p:blipFill>
          <a:blip r:embed="rId11"/>
          <a:srcRect b="30"/>
          <a:stretch/>
        </p:blipFill>
        <p:spPr>
          <a:xfrm>
            <a:off x="1901183" y="584015"/>
            <a:ext cx="9399" cy="10092"/>
          </a:xfrm>
          <a:prstGeom prst="rect">
            <a:avLst/>
          </a:prstGeom>
        </p:spPr>
      </p:pic>
      <p:pic>
        <p:nvPicPr>
          <p:cNvPr id="15" name="Image 10" descr="preencoded.png"/>
          <p:cNvPicPr>
            <a:picLocks noChangeAspect="1"/>
          </p:cNvPicPr>
          <p:nvPr/>
        </p:nvPicPr>
        <p:blipFill>
          <a:blip r:embed="rId12"/>
          <a:srcRect b="21"/>
          <a:stretch/>
        </p:blipFill>
        <p:spPr>
          <a:xfrm>
            <a:off x="1926951" y="672396"/>
            <a:ext cx="11916" cy="14422"/>
          </a:xfrm>
          <a:prstGeom prst="rect">
            <a:avLst/>
          </a:prstGeom>
        </p:spPr>
      </p:pic>
      <p:pic>
        <p:nvPicPr>
          <p:cNvPr id="16" name="Image 11" descr="preencoded.png"/>
          <p:cNvPicPr>
            <a:picLocks noChangeAspect="1"/>
          </p:cNvPicPr>
          <p:nvPr/>
        </p:nvPicPr>
        <p:blipFill>
          <a:blip r:embed="rId13"/>
          <a:srcRect b="7"/>
          <a:stretch/>
        </p:blipFill>
        <p:spPr>
          <a:xfrm>
            <a:off x="1962072" y="673024"/>
            <a:ext cx="10035" cy="13483"/>
          </a:xfrm>
          <a:prstGeom prst="rect">
            <a:avLst/>
          </a:prstGeom>
        </p:spPr>
      </p:pic>
      <p:pic>
        <p:nvPicPr>
          <p:cNvPr id="17" name="Image 12" descr="preencoded.png"/>
          <p:cNvPicPr>
            <a:picLocks noChangeAspect="1"/>
          </p:cNvPicPr>
          <p:nvPr/>
        </p:nvPicPr>
        <p:blipFill>
          <a:blip r:embed="rId14"/>
          <a:srcRect b="11"/>
          <a:stretch/>
        </p:blipFill>
        <p:spPr>
          <a:xfrm>
            <a:off x="1926951" y="648877"/>
            <a:ext cx="11916" cy="17622"/>
          </a:xfrm>
          <a:prstGeom prst="rect">
            <a:avLst/>
          </a:prstGeom>
        </p:spPr>
      </p:pic>
      <p:pic>
        <p:nvPicPr>
          <p:cNvPr id="18" name="Image 13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1944825" y="672708"/>
            <a:ext cx="10975" cy="14111"/>
          </a:xfrm>
          <a:prstGeom prst="rect">
            <a:avLst/>
          </a:prstGeom>
        </p:spPr>
      </p:pic>
      <p:pic>
        <p:nvPicPr>
          <p:cNvPr id="19" name="Image 14" descr="preencoded.png"/>
          <p:cNvPicPr>
            <a:picLocks noChangeAspect="1"/>
          </p:cNvPicPr>
          <p:nvPr/>
        </p:nvPicPr>
        <p:blipFill>
          <a:blip r:embed="rId14"/>
          <a:srcRect b="12"/>
          <a:stretch/>
        </p:blipFill>
        <p:spPr>
          <a:xfrm>
            <a:off x="1945138" y="650760"/>
            <a:ext cx="10975" cy="16055"/>
          </a:xfrm>
          <a:prstGeom prst="rect">
            <a:avLst/>
          </a:prstGeom>
        </p:spPr>
      </p:pic>
      <p:pic>
        <p:nvPicPr>
          <p:cNvPr id="20" name="Image 15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1964953" y="619354"/>
            <a:ext cx="19320" cy="5739"/>
          </a:xfrm>
          <a:prstGeom prst="rect">
            <a:avLst/>
          </a:prstGeom>
        </p:spPr>
      </p:pic>
      <p:pic>
        <p:nvPicPr>
          <p:cNvPr id="21" name="Image 16" descr="preencoded.png"/>
          <p:cNvPicPr>
            <a:picLocks noChangeAspect="1"/>
          </p:cNvPicPr>
          <p:nvPr/>
        </p:nvPicPr>
        <p:blipFill>
          <a:blip r:embed="rId17"/>
          <a:srcRect b="-20"/>
          <a:stretch/>
        </p:blipFill>
        <p:spPr>
          <a:xfrm>
            <a:off x="1926010" y="628808"/>
            <a:ext cx="15679" cy="5018"/>
          </a:xfrm>
          <a:prstGeom prst="rect">
            <a:avLst/>
          </a:prstGeom>
        </p:spPr>
      </p:pic>
      <p:pic>
        <p:nvPicPr>
          <p:cNvPr id="22" name="Image 17" descr="preencoded.png"/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1870846" y="714851"/>
            <a:ext cx="36762" cy="7590"/>
          </a:xfrm>
          <a:prstGeom prst="rect">
            <a:avLst/>
          </a:prstGeom>
        </p:spPr>
      </p:pic>
      <p:pic>
        <p:nvPicPr>
          <p:cNvPr id="23" name="Image 18" descr="preencoded.png"/>
          <p:cNvPicPr>
            <a:picLocks noChangeAspect="1"/>
          </p:cNvPicPr>
          <p:nvPr/>
        </p:nvPicPr>
        <p:blipFill>
          <a:blip r:embed="rId19"/>
          <a:srcRect b="-20"/>
          <a:stretch/>
        </p:blipFill>
        <p:spPr>
          <a:xfrm>
            <a:off x="2002089" y="736780"/>
            <a:ext cx="51611" cy="10051"/>
          </a:xfrm>
          <a:prstGeom prst="rect">
            <a:avLst/>
          </a:prstGeom>
        </p:spPr>
      </p:pic>
      <p:pic>
        <p:nvPicPr>
          <p:cNvPr id="24" name="Image 19" descr="preencoded.png"/>
          <p:cNvPicPr>
            <a:picLocks noChangeAspect="1"/>
          </p:cNvPicPr>
          <p:nvPr/>
        </p:nvPicPr>
        <p:blipFill>
          <a:blip r:embed="rId20"/>
          <a:srcRect r="2" b="-33"/>
          <a:stretch/>
        </p:blipFill>
        <p:spPr>
          <a:xfrm>
            <a:off x="1930137" y="725097"/>
            <a:ext cx="46661" cy="9232"/>
          </a:xfrm>
          <a:prstGeom prst="rect">
            <a:avLst/>
          </a:prstGeom>
        </p:spPr>
      </p:pic>
      <p:pic>
        <p:nvPicPr>
          <p:cNvPr id="25" name="Image 20" descr="preencoded.png"/>
          <p:cNvPicPr>
            <a:picLocks noChangeAspect="1"/>
          </p:cNvPicPr>
          <p:nvPr/>
        </p:nvPicPr>
        <p:blipFill>
          <a:blip r:embed="rId21"/>
          <a:srcRect/>
          <a:stretch/>
        </p:blipFill>
        <p:spPr>
          <a:xfrm>
            <a:off x="1774237" y="459786"/>
            <a:ext cx="337412" cy="337412"/>
          </a:xfrm>
          <a:prstGeom prst="rect">
            <a:avLst/>
          </a:prstGeom>
        </p:spPr>
      </p:pic>
      <p:pic>
        <p:nvPicPr>
          <p:cNvPr id="26" name="Image 21" descr="preencoded.png"/>
          <p:cNvPicPr>
            <a:picLocks noChangeAspect="1"/>
          </p:cNvPicPr>
          <p:nvPr/>
        </p:nvPicPr>
        <p:blipFill>
          <a:blip r:embed="rId22"/>
          <a:srcRect/>
          <a:stretch/>
        </p:blipFill>
        <p:spPr>
          <a:xfrm>
            <a:off x="1914408" y="607795"/>
            <a:ext cx="11602" cy="8153"/>
          </a:xfrm>
          <a:prstGeom prst="rect">
            <a:avLst/>
          </a:prstGeom>
        </p:spPr>
      </p:pic>
      <p:pic>
        <p:nvPicPr>
          <p:cNvPr id="27" name="Image 22" descr="preencoded.png"/>
          <p:cNvPicPr>
            <a:picLocks noChangeAspect="1"/>
          </p:cNvPicPr>
          <p:nvPr/>
        </p:nvPicPr>
        <p:blipFill>
          <a:blip r:embed="rId23"/>
          <a:srcRect b="-35"/>
          <a:stretch/>
        </p:blipFill>
        <p:spPr>
          <a:xfrm>
            <a:off x="1926951" y="604349"/>
            <a:ext cx="15679" cy="5646"/>
          </a:xfrm>
          <a:prstGeom prst="rect">
            <a:avLst/>
          </a:prstGeom>
        </p:spPr>
      </p:pic>
      <p:pic>
        <p:nvPicPr>
          <p:cNvPr id="28" name="Image 23" descr="preencoded.png"/>
          <p:cNvPicPr>
            <a:picLocks noChangeAspect="1"/>
          </p:cNvPicPr>
          <p:nvPr/>
        </p:nvPicPr>
        <p:blipFill>
          <a:blip r:embed="rId24"/>
          <a:srcRect b="19"/>
          <a:stretch/>
        </p:blipFill>
        <p:spPr>
          <a:xfrm>
            <a:off x="1925069" y="607795"/>
            <a:ext cx="15365" cy="5330"/>
          </a:xfrm>
          <a:prstGeom prst="rect">
            <a:avLst/>
          </a:prstGeom>
        </p:spPr>
      </p:pic>
      <p:pic>
        <p:nvPicPr>
          <p:cNvPr id="29" name="Image 24" descr="preencoded.png"/>
          <p:cNvPicPr>
            <a:picLocks noChangeAspect="1"/>
          </p:cNvPicPr>
          <p:nvPr/>
        </p:nvPicPr>
        <p:blipFill>
          <a:blip r:embed="rId25"/>
          <a:srcRect b="2"/>
          <a:stretch/>
        </p:blipFill>
        <p:spPr>
          <a:xfrm>
            <a:off x="1718106" y="674903"/>
            <a:ext cx="60521" cy="59266"/>
          </a:xfrm>
          <a:prstGeom prst="rect">
            <a:avLst/>
          </a:prstGeom>
        </p:spPr>
      </p:pic>
      <p:pic>
        <p:nvPicPr>
          <p:cNvPr id="30" name="Image 25" descr="preencoded.png"/>
          <p:cNvPicPr>
            <a:picLocks noChangeAspect="1"/>
          </p:cNvPicPr>
          <p:nvPr/>
        </p:nvPicPr>
        <p:blipFill>
          <a:blip r:embed="rId26"/>
          <a:srcRect b="3"/>
          <a:stretch/>
        </p:blipFill>
        <p:spPr>
          <a:xfrm>
            <a:off x="1747583" y="727583"/>
            <a:ext cx="64911" cy="64596"/>
          </a:xfrm>
          <a:prstGeom prst="rect">
            <a:avLst/>
          </a:prstGeom>
        </p:spPr>
      </p:pic>
      <p:pic>
        <p:nvPicPr>
          <p:cNvPr id="31" name="Image 26" descr="preencoded.png"/>
          <p:cNvPicPr>
            <a:picLocks noChangeAspect="1"/>
          </p:cNvPicPr>
          <p:nvPr/>
        </p:nvPicPr>
        <p:blipFill>
          <a:blip r:embed="rId27"/>
          <a:srcRect/>
          <a:stretch/>
        </p:blipFill>
        <p:spPr>
          <a:xfrm>
            <a:off x="1794933" y="771172"/>
            <a:ext cx="63971" cy="64284"/>
          </a:xfrm>
          <a:prstGeom prst="rect">
            <a:avLst/>
          </a:prstGeom>
        </p:spPr>
      </p:pic>
      <p:pic>
        <p:nvPicPr>
          <p:cNvPr id="32" name="Image 27" descr="preencoded.png"/>
          <p:cNvPicPr>
            <a:picLocks noChangeAspect="1"/>
          </p:cNvPicPr>
          <p:nvPr/>
        </p:nvPicPr>
        <p:blipFill>
          <a:blip r:embed="rId28"/>
          <a:srcRect b="2"/>
          <a:stretch/>
        </p:blipFill>
        <p:spPr>
          <a:xfrm>
            <a:off x="1858783" y="805965"/>
            <a:ext cx="52923" cy="49574"/>
          </a:xfrm>
          <a:prstGeom prst="rect">
            <a:avLst/>
          </a:prstGeom>
        </p:spPr>
      </p:pic>
      <p:pic>
        <p:nvPicPr>
          <p:cNvPr id="33" name="Image 28" descr="preencoded.png"/>
          <p:cNvPicPr>
            <a:picLocks noChangeAspect="1"/>
          </p:cNvPicPr>
          <p:nvPr/>
        </p:nvPicPr>
        <p:blipFill>
          <a:blip r:embed="rId29"/>
          <a:srcRect/>
          <a:stretch/>
        </p:blipFill>
        <p:spPr>
          <a:xfrm>
            <a:off x="1926323" y="815387"/>
            <a:ext cx="45156" cy="47978"/>
          </a:xfrm>
          <a:prstGeom prst="rect">
            <a:avLst/>
          </a:prstGeom>
        </p:spPr>
      </p:pic>
      <p:pic>
        <p:nvPicPr>
          <p:cNvPr id="34" name="Image 29" descr="preencoded.png"/>
          <p:cNvPicPr>
            <a:picLocks noChangeAspect="1"/>
          </p:cNvPicPr>
          <p:nvPr/>
        </p:nvPicPr>
        <p:blipFill>
          <a:blip r:embed="rId30"/>
          <a:srcRect b="2"/>
          <a:stretch/>
        </p:blipFill>
        <p:spPr>
          <a:xfrm>
            <a:off x="1986297" y="803853"/>
            <a:ext cx="51894" cy="49723"/>
          </a:xfrm>
          <a:prstGeom prst="rect">
            <a:avLst/>
          </a:prstGeom>
        </p:spPr>
      </p:pic>
      <p:pic>
        <p:nvPicPr>
          <p:cNvPr id="35" name="Image 30" descr="preencoded.png"/>
          <p:cNvPicPr>
            <a:picLocks noChangeAspect="1"/>
          </p:cNvPicPr>
          <p:nvPr/>
        </p:nvPicPr>
        <p:blipFill>
          <a:blip r:embed="rId31"/>
          <a:srcRect r="2" b="3"/>
          <a:stretch/>
        </p:blipFill>
        <p:spPr>
          <a:xfrm>
            <a:off x="2040467" y="768348"/>
            <a:ext cx="58639" cy="66163"/>
          </a:xfrm>
          <a:prstGeom prst="rect">
            <a:avLst/>
          </a:prstGeom>
        </p:spPr>
      </p:pic>
      <p:pic>
        <p:nvPicPr>
          <p:cNvPr id="36" name="Image 31" descr="preencoded.png"/>
          <p:cNvPicPr>
            <a:picLocks noChangeAspect="1"/>
          </p:cNvPicPr>
          <p:nvPr/>
        </p:nvPicPr>
        <p:blipFill>
          <a:blip r:embed="rId32"/>
          <a:srcRect/>
          <a:stretch/>
        </p:blipFill>
        <p:spPr>
          <a:xfrm>
            <a:off x="2080919" y="723509"/>
            <a:ext cx="64911" cy="64284"/>
          </a:xfrm>
          <a:prstGeom prst="rect">
            <a:avLst/>
          </a:prstGeom>
        </p:spPr>
      </p:pic>
      <p:pic>
        <p:nvPicPr>
          <p:cNvPr id="37" name="Image 32" descr="preencoded.png"/>
          <p:cNvPicPr>
            <a:picLocks noChangeAspect="1"/>
          </p:cNvPicPr>
          <p:nvPr/>
        </p:nvPicPr>
        <p:blipFill>
          <a:blip r:embed="rId33"/>
          <a:srcRect/>
          <a:stretch/>
        </p:blipFill>
        <p:spPr>
          <a:xfrm>
            <a:off x="2119195" y="674903"/>
            <a:ext cx="49918" cy="49988"/>
          </a:xfrm>
          <a:prstGeom prst="rect">
            <a:avLst/>
          </a:prstGeom>
        </p:spPr>
      </p:pic>
      <p:pic>
        <p:nvPicPr>
          <p:cNvPr id="38" name="Image 33" descr="preencoded.png"/>
          <p:cNvPicPr>
            <a:picLocks noChangeAspect="1"/>
          </p:cNvPicPr>
          <p:nvPr/>
        </p:nvPicPr>
        <p:blipFill>
          <a:blip r:embed="rId34"/>
          <a:srcRect b="3"/>
          <a:stretch/>
        </p:blipFill>
        <p:spPr>
          <a:xfrm>
            <a:off x="1714657" y="527521"/>
            <a:ext cx="50843" cy="58010"/>
          </a:xfrm>
          <a:prstGeom prst="rect">
            <a:avLst/>
          </a:prstGeom>
        </p:spPr>
      </p:pic>
      <p:pic>
        <p:nvPicPr>
          <p:cNvPr id="39" name="Image 34" descr="preencoded.png"/>
          <p:cNvPicPr>
            <a:picLocks noChangeAspect="1"/>
          </p:cNvPicPr>
          <p:nvPr/>
        </p:nvPicPr>
        <p:blipFill>
          <a:blip r:embed="rId35"/>
          <a:srcRect/>
          <a:stretch/>
        </p:blipFill>
        <p:spPr>
          <a:xfrm>
            <a:off x="1737548" y="478287"/>
            <a:ext cx="64284" cy="63657"/>
          </a:xfrm>
          <a:prstGeom prst="rect">
            <a:avLst/>
          </a:prstGeom>
        </p:spPr>
      </p:pic>
      <p:pic>
        <p:nvPicPr>
          <p:cNvPr id="40" name="Image 35" descr="preencoded.png"/>
          <p:cNvPicPr>
            <a:picLocks noChangeAspect="1"/>
          </p:cNvPicPr>
          <p:nvPr/>
        </p:nvPicPr>
        <p:blipFill>
          <a:blip r:embed="rId36"/>
          <a:srcRect b="2"/>
          <a:stretch/>
        </p:blipFill>
        <p:spPr>
          <a:xfrm>
            <a:off x="1776119" y="434076"/>
            <a:ext cx="64911" cy="65224"/>
          </a:xfrm>
          <a:prstGeom prst="rect">
            <a:avLst/>
          </a:prstGeom>
        </p:spPr>
      </p:pic>
      <p:pic>
        <p:nvPicPr>
          <p:cNvPr id="41" name="Image 36" descr="preencoded.png"/>
          <p:cNvPicPr>
            <a:picLocks noChangeAspect="1"/>
          </p:cNvPicPr>
          <p:nvPr/>
        </p:nvPicPr>
        <p:blipFill>
          <a:blip r:embed="rId37"/>
          <a:srcRect b="2"/>
          <a:stretch/>
        </p:blipFill>
        <p:spPr>
          <a:xfrm>
            <a:off x="1827232" y="411589"/>
            <a:ext cx="54406" cy="55411"/>
          </a:xfrm>
          <a:prstGeom prst="rect">
            <a:avLst/>
          </a:prstGeom>
        </p:spPr>
      </p:pic>
      <p:pic>
        <p:nvPicPr>
          <p:cNvPr id="42" name="Image 37" descr="preencoded.png"/>
          <p:cNvPicPr>
            <a:picLocks noChangeAspect="1"/>
          </p:cNvPicPr>
          <p:nvPr/>
        </p:nvPicPr>
        <p:blipFill>
          <a:blip r:embed="rId38"/>
          <a:srcRect b="4"/>
          <a:stretch/>
        </p:blipFill>
        <p:spPr>
          <a:xfrm>
            <a:off x="1881795" y="393934"/>
            <a:ext cx="46410" cy="53620"/>
          </a:xfrm>
          <a:prstGeom prst="rect">
            <a:avLst/>
          </a:prstGeom>
        </p:spPr>
      </p:pic>
      <p:pic>
        <p:nvPicPr>
          <p:cNvPr id="43" name="Image 38" descr="preencoded.png"/>
          <p:cNvPicPr>
            <a:picLocks noChangeAspect="1"/>
          </p:cNvPicPr>
          <p:nvPr/>
        </p:nvPicPr>
        <p:blipFill>
          <a:blip r:embed="rId39"/>
          <a:srcRect b="4"/>
          <a:stretch/>
        </p:blipFill>
        <p:spPr>
          <a:xfrm>
            <a:off x="1933222" y="392995"/>
            <a:ext cx="43588" cy="47662"/>
          </a:xfrm>
          <a:prstGeom prst="rect">
            <a:avLst/>
          </a:prstGeom>
        </p:spPr>
      </p:pic>
      <p:pic>
        <p:nvPicPr>
          <p:cNvPr id="44" name="Image 39" descr="preencoded.png"/>
          <p:cNvPicPr>
            <a:picLocks noChangeAspect="1"/>
          </p:cNvPicPr>
          <p:nvPr/>
        </p:nvPicPr>
        <p:blipFill>
          <a:blip r:embed="rId40"/>
          <a:srcRect/>
          <a:stretch/>
        </p:blipFill>
        <p:spPr>
          <a:xfrm>
            <a:off x="1982283" y="402482"/>
            <a:ext cx="50031" cy="49267"/>
          </a:xfrm>
          <a:prstGeom prst="rect">
            <a:avLst/>
          </a:prstGeom>
        </p:spPr>
      </p:pic>
      <p:pic>
        <p:nvPicPr>
          <p:cNvPr id="45" name="Image 40" descr="preencoded.png"/>
          <p:cNvPicPr>
            <a:picLocks noChangeAspect="1"/>
          </p:cNvPicPr>
          <p:nvPr/>
        </p:nvPicPr>
        <p:blipFill>
          <a:blip r:embed="rId41"/>
          <a:srcRect b="3"/>
          <a:stretch/>
        </p:blipFill>
        <p:spPr>
          <a:xfrm>
            <a:off x="2024160" y="416198"/>
            <a:ext cx="63343" cy="63968"/>
          </a:xfrm>
          <a:prstGeom prst="rect">
            <a:avLst/>
          </a:prstGeom>
        </p:spPr>
      </p:pic>
      <p:pic>
        <p:nvPicPr>
          <p:cNvPr id="46" name="Image 41" descr="preencoded.png"/>
          <p:cNvPicPr>
            <a:picLocks noChangeAspect="1"/>
          </p:cNvPicPr>
          <p:nvPr/>
        </p:nvPicPr>
        <p:blipFill>
          <a:blip r:embed="rId42"/>
          <a:srcRect/>
          <a:stretch/>
        </p:blipFill>
        <p:spPr>
          <a:xfrm>
            <a:off x="2075274" y="449438"/>
            <a:ext cx="53309" cy="52997"/>
          </a:xfrm>
          <a:prstGeom prst="rect">
            <a:avLst/>
          </a:prstGeom>
        </p:spPr>
      </p:pic>
      <p:pic>
        <p:nvPicPr>
          <p:cNvPr id="47" name="Image 42" descr="preencoded.png"/>
          <p:cNvPicPr>
            <a:picLocks noChangeAspect="1"/>
          </p:cNvPicPr>
          <p:nvPr/>
        </p:nvPicPr>
        <p:blipFill>
          <a:blip r:embed="rId43"/>
          <a:srcRect/>
          <a:stretch/>
        </p:blipFill>
        <p:spPr>
          <a:xfrm>
            <a:off x="2096598" y="491458"/>
            <a:ext cx="59580" cy="56759"/>
          </a:xfrm>
          <a:prstGeom prst="rect">
            <a:avLst/>
          </a:prstGeom>
        </p:spPr>
      </p:pic>
      <p:pic>
        <p:nvPicPr>
          <p:cNvPr id="48" name="Image 43" descr="preencoded.png"/>
          <p:cNvPicPr>
            <a:picLocks noChangeAspect="1"/>
          </p:cNvPicPr>
          <p:nvPr/>
        </p:nvPicPr>
        <p:blipFill>
          <a:blip r:embed="rId44"/>
          <a:srcRect b="5"/>
          <a:stretch/>
        </p:blipFill>
        <p:spPr>
          <a:xfrm>
            <a:off x="2121371" y="534419"/>
            <a:ext cx="53622" cy="43272"/>
          </a:xfrm>
          <a:prstGeom prst="rect">
            <a:avLst/>
          </a:prstGeom>
        </p:spPr>
      </p:pic>
      <p:sp>
        <p:nvSpPr>
          <p:cNvPr id="49" name="Shape 3"/>
          <p:cNvSpPr/>
          <p:nvPr/>
        </p:nvSpPr>
        <p:spPr>
          <a:xfrm>
            <a:off x="428625" y="1943100"/>
            <a:ext cx="3757613" cy="400050"/>
          </a:xfrm>
          <a:prstGeom prst="rect">
            <a:avLst/>
          </a:prstGeom>
          <a:noFill/>
          <a:ln/>
        </p:spPr>
      </p:sp>
      <p:sp>
        <p:nvSpPr>
          <p:cNvPr id="50" name="Text 4"/>
          <p:cNvSpPr/>
          <p:nvPr/>
        </p:nvSpPr>
        <p:spPr>
          <a:xfrm>
            <a:off x="428625" y="1943100"/>
            <a:ext cx="62484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906"/>
              </a:lnSpc>
              <a:buNone/>
            </a:pPr>
            <a:r>
              <a:rPr lang="en-US" sz="5451" b="1" dirty="0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Спасибо за внимание!
</a:t>
            </a:r>
            <a:endParaRPr lang="en-US" sz="5451" dirty="0"/>
          </a:p>
        </p:txBody>
      </p:sp>
      <p:pic>
        <p:nvPicPr>
          <p:cNvPr id="51" name="Image 44" descr="preencoded.png"/>
          <p:cNvPicPr>
            <a:picLocks noChangeAspect="1"/>
          </p:cNvPicPr>
          <p:nvPr/>
        </p:nvPicPr>
        <p:blipFill>
          <a:blip r:embed="rId45"/>
          <a:srcRect/>
          <a:stretch/>
        </p:blipFill>
        <p:spPr>
          <a:xfrm>
            <a:off x="5362575" y="2286000"/>
            <a:ext cx="3667125" cy="2743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113</Words>
  <Application>Microsoft Office PowerPoint</Application>
  <PresentationFormat>Экран (16:9)</PresentationFormat>
  <Paragraphs>101</Paragraphs>
  <Slides>9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2" baseType="lpstr">
      <vt:lpstr>Arial</vt:lpstr>
      <vt:lpstr>Golos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Oleg Gorodetsky</cp:lastModifiedBy>
  <cp:revision>3</cp:revision>
  <dcterms:created xsi:type="dcterms:W3CDTF">2026-09-18T14:31:45Z</dcterms:created>
  <dcterms:modified xsi:type="dcterms:W3CDTF">2026-09-22T20:31:07Z</dcterms:modified>
</cp:coreProperties>
</file>